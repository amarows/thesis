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1"/>
  </p:notesMasterIdLst>
  <p:sldIdLst>
    <p:sldId id="256" r:id="rId3"/>
    <p:sldId id="331" r:id="rId4"/>
    <p:sldId id="295" r:id="rId5"/>
    <p:sldId id="337" r:id="rId6"/>
    <p:sldId id="306" r:id="rId7"/>
    <p:sldId id="258" r:id="rId8"/>
    <p:sldId id="259" r:id="rId9"/>
    <p:sldId id="293" r:id="rId10"/>
    <p:sldId id="285" r:id="rId11"/>
    <p:sldId id="286" r:id="rId12"/>
    <p:sldId id="287" r:id="rId13"/>
    <p:sldId id="326" r:id="rId14"/>
    <p:sldId id="319" r:id="rId15"/>
    <p:sldId id="320" r:id="rId16"/>
    <p:sldId id="290" r:id="rId17"/>
    <p:sldId id="291" r:id="rId18"/>
    <p:sldId id="292" r:id="rId19"/>
    <p:sldId id="307" r:id="rId20"/>
    <p:sldId id="327" r:id="rId21"/>
    <p:sldId id="308" r:id="rId22"/>
    <p:sldId id="312" r:id="rId23"/>
    <p:sldId id="296" r:id="rId24"/>
    <p:sldId id="297" r:id="rId25"/>
    <p:sldId id="299" r:id="rId26"/>
    <p:sldId id="298" r:id="rId27"/>
    <p:sldId id="300" r:id="rId28"/>
    <p:sldId id="301" r:id="rId29"/>
    <p:sldId id="289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26A4F00B-8F60-4812-A353-35E7FF8B4CAD}">
          <p14:sldIdLst>
            <p14:sldId id="256"/>
            <p14:sldId id="331"/>
            <p14:sldId id="295"/>
            <p14:sldId id="337"/>
            <p14:sldId id="306"/>
            <p14:sldId id="258"/>
            <p14:sldId id="259"/>
            <p14:sldId id="293"/>
            <p14:sldId id="285"/>
            <p14:sldId id="286"/>
            <p14:sldId id="287"/>
            <p14:sldId id="326"/>
            <p14:sldId id="319"/>
            <p14:sldId id="320"/>
            <p14:sldId id="290"/>
            <p14:sldId id="291"/>
            <p14:sldId id="292"/>
          </p14:sldIdLst>
        </p14:section>
        <p14:section name="Appendix" id="{804BA528-8A9E-42B5-823B-31D6B4ED8C94}">
          <p14:sldIdLst>
            <p14:sldId id="307"/>
            <p14:sldId id="327"/>
            <p14:sldId id="308"/>
            <p14:sldId id="312"/>
            <p14:sldId id="296"/>
            <p14:sldId id="297"/>
            <p14:sldId id="299"/>
            <p14:sldId id="298"/>
            <p14:sldId id="300"/>
            <p14:sldId id="301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C24"/>
    <a:srgbClr val="1A1A2E"/>
    <a:srgbClr val="161A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98" autoAdjust="0"/>
    <p:restoredTop sz="95989" autoAdjust="0"/>
  </p:normalViewPr>
  <p:slideViewPr>
    <p:cSldViewPr snapToGrid="0" snapToObjects="1">
      <p:cViewPr varScale="1">
        <p:scale>
          <a:sx n="122" d="100"/>
          <a:sy n="122" d="100"/>
        </p:scale>
        <p:origin x="96" y="12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ey Malashonak" userId="52025583bffa8bdb" providerId="LiveId" clId="{11C5FCC3-8D8A-4B24-8FB4-6BCED8BE98B1}"/>
    <pc:docChg chg="undo custSel addSld delSld modSld sldOrd addMainMaster addSection modSection">
      <pc:chgData name="Alexey Malashonak" userId="52025583bffa8bdb" providerId="LiveId" clId="{11C5FCC3-8D8A-4B24-8FB4-6BCED8BE98B1}" dt="2026-09-01T22:01:13.949" v="2464" actId="207"/>
      <pc:docMkLst>
        <pc:docMk/>
      </pc:docMkLst>
      <pc:sldChg chg="modSp mod">
        <pc:chgData name="Alexey Malashonak" userId="52025583bffa8bdb" providerId="LiveId" clId="{11C5FCC3-8D8A-4B24-8FB4-6BCED8BE98B1}" dt="2026-09-01T19:11:33.304" v="1564" actId="27636"/>
        <pc:sldMkLst>
          <pc:docMk/>
          <pc:sldMk cId="3087419212" sldId="256"/>
        </pc:sldMkLst>
        <pc:spChg chg="mod">
          <ac:chgData name="Alexey Malashonak" userId="52025583bffa8bdb" providerId="LiveId" clId="{11C5FCC3-8D8A-4B24-8FB4-6BCED8BE98B1}" dt="2026-09-01T19:11:31.641" v="1562" actId="14100"/>
          <ac:spMkLst>
            <pc:docMk/>
            <pc:sldMk cId="3087419212" sldId="256"/>
            <ac:spMk id="2" creationId="{CC63AAD0-4F22-964B-836B-9424F41DB0A3}"/>
          </ac:spMkLst>
        </pc:spChg>
        <pc:spChg chg="mod">
          <ac:chgData name="Alexey Malashonak" userId="52025583bffa8bdb" providerId="LiveId" clId="{11C5FCC3-8D8A-4B24-8FB4-6BCED8BE98B1}" dt="2026-09-01T19:11:33.304" v="1564" actId="27636"/>
          <ac:spMkLst>
            <pc:docMk/>
            <pc:sldMk cId="3087419212" sldId="256"/>
            <ac:spMk id="3" creationId="{DACDBF74-10F9-7C4F-AE8C-9C492CBC5D94}"/>
          </ac:spMkLst>
        </pc:spChg>
        <pc:spChg chg="mod">
          <ac:chgData name="Alexey Malashonak" userId="52025583bffa8bdb" providerId="LiveId" clId="{11C5FCC3-8D8A-4B24-8FB4-6BCED8BE98B1}" dt="2026-09-01T19:11:22.527" v="1560" actId="255"/>
          <ac:spMkLst>
            <pc:docMk/>
            <pc:sldMk cId="3087419212" sldId="256"/>
            <ac:spMk id="4" creationId="{9AB1290F-CD9E-AA45-01C4-12B2F42319C5}"/>
          </ac:spMkLst>
        </pc:spChg>
      </pc:sldChg>
      <pc:sldChg chg="addSp delSp modSp del mod">
        <pc:chgData name="Alexey Malashonak" userId="52025583bffa8bdb" providerId="LiveId" clId="{11C5FCC3-8D8A-4B24-8FB4-6BCED8BE98B1}" dt="2026-09-01T20:50:18.866" v="2095" actId="47"/>
        <pc:sldMkLst>
          <pc:docMk/>
          <pc:sldMk cId="3410717024" sldId="257"/>
        </pc:sldMkLst>
        <pc:spChg chg="mod">
          <ac:chgData name="Alexey Malashonak" userId="52025583bffa8bdb" providerId="LiveId" clId="{11C5FCC3-8D8A-4B24-8FB4-6BCED8BE98B1}" dt="2026-09-01T19:03:25.617" v="1396" actId="113"/>
          <ac:spMkLst>
            <pc:docMk/>
            <pc:sldMk cId="3410717024" sldId="257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9-01T19:03:20.735" v="1395" actId="207"/>
          <ac:spMkLst>
            <pc:docMk/>
            <pc:sldMk cId="3410717024" sldId="257"/>
            <ac:spMk id="7" creationId="{0A9D9A38-4DD4-29BF-C7E2-E1F48C541DC3}"/>
          </ac:spMkLst>
        </pc:spChg>
        <pc:spChg chg="add del mod">
          <ac:chgData name="Alexey Malashonak" userId="52025583bffa8bdb" providerId="LiveId" clId="{11C5FCC3-8D8A-4B24-8FB4-6BCED8BE98B1}" dt="2026-08-31T09:46:09.112" v="1234" actId="478"/>
          <ac:spMkLst>
            <pc:docMk/>
            <pc:sldMk cId="3410717024" sldId="257"/>
            <ac:spMk id="23" creationId="{91F5FA87-F47C-E802-E1C2-A1399098B187}"/>
          </ac:spMkLst>
        </pc:spChg>
      </pc:sldChg>
      <pc:sldChg chg="addSp modSp mod ord">
        <pc:chgData name="Alexey Malashonak" userId="52025583bffa8bdb" providerId="LiveId" clId="{11C5FCC3-8D8A-4B24-8FB4-6BCED8BE98B1}" dt="2026-09-01T21:37:06.365" v="2190" actId="13926"/>
        <pc:sldMkLst>
          <pc:docMk/>
          <pc:sldMk cId="0" sldId="258"/>
        </pc:sldMkLst>
        <pc:spChg chg="mod">
          <ac:chgData name="Alexey Malashonak" userId="52025583bffa8bdb" providerId="LiveId" clId="{11C5FCC3-8D8A-4B24-8FB4-6BCED8BE98B1}" dt="2026-09-01T21:37:06.365" v="2190" actId="13926"/>
          <ac:spMkLst>
            <pc:docMk/>
            <pc:sldMk cId="0" sldId="258"/>
            <ac:spMk id="2" creationId="{00000000-0000-0000-0000-000000000000}"/>
          </ac:spMkLst>
        </pc:spChg>
        <pc:spChg chg="add mod">
          <ac:chgData name="Alexey Malashonak" userId="52025583bffa8bdb" providerId="LiveId" clId="{11C5FCC3-8D8A-4B24-8FB4-6BCED8BE98B1}" dt="2026-09-01T20:50:07.099" v="2092" actId="1076"/>
          <ac:spMkLst>
            <pc:docMk/>
            <pc:sldMk cId="0" sldId="258"/>
            <ac:spMk id="4" creationId="{33EC0955-2D58-12B5-09B4-68172D090EF8}"/>
          </ac:spMkLst>
        </pc:spChg>
        <pc:picChg chg="mod">
          <ac:chgData name="Alexey Malashonak" userId="52025583bffa8bdb" providerId="LiveId" clId="{11C5FCC3-8D8A-4B24-8FB4-6BCED8BE98B1}" dt="2026-08-31T09:51:58.687" v="1330" actId="1076"/>
          <ac:picMkLst>
            <pc:docMk/>
            <pc:sldMk cId="0" sldId="258"/>
            <ac:picMk id="3" creationId="{00000000-0000-0000-0000-000000000000}"/>
          </ac:picMkLst>
        </pc:picChg>
      </pc:sldChg>
      <pc:sldChg chg="addSp modSp mod ord">
        <pc:chgData name="Alexey Malashonak" userId="52025583bffa8bdb" providerId="LiveId" clId="{11C5FCC3-8D8A-4B24-8FB4-6BCED8BE98B1}" dt="2026-09-01T21:37:19.774" v="2194" actId="13926"/>
        <pc:sldMkLst>
          <pc:docMk/>
          <pc:sldMk cId="0" sldId="259"/>
        </pc:sldMkLst>
        <pc:spChg chg="mod">
          <ac:chgData name="Alexey Malashonak" userId="52025583bffa8bdb" providerId="LiveId" clId="{11C5FCC3-8D8A-4B24-8FB4-6BCED8BE98B1}" dt="2026-09-01T21:37:19.774" v="2194" actId="13926"/>
          <ac:spMkLst>
            <pc:docMk/>
            <pc:sldMk cId="0" sldId="259"/>
            <ac:spMk id="2" creationId="{00000000-0000-0000-0000-000000000000}"/>
          </ac:spMkLst>
        </pc:spChg>
        <pc:spChg chg="add mod">
          <ac:chgData name="Alexey Malashonak" userId="52025583bffa8bdb" providerId="LiveId" clId="{11C5FCC3-8D8A-4B24-8FB4-6BCED8BE98B1}" dt="2026-09-01T20:50:11.260" v="2094" actId="1076"/>
          <ac:spMkLst>
            <pc:docMk/>
            <pc:sldMk cId="0" sldId="259"/>
            <ac:spMk id="4" creationId="{1E82E37A-D89F-D190-864B-30C9A7D60878}"/>
          </ac:spMkLst>
        </pc:spChg>
      </pc:sldChg>
      <pc:sldChg chg="modSp del mod">
        <pc:chgData name="Alexey Malashonak" userId="52025583bffa8bdb" providerId="LiveId" clId="{11C5FCC3-8D8A-4B24-8FB4-6BCED8BE98B1}" dt="2026-09-01T21:55:33.273" v="2429"/>
        <pc:sldMkLst>
          <pc:docMk/>
          <pc:sldMk cId="3410717024" sldId="283"/>
        </pc:sldMkLst>
        <pc:spChg chg="mod">
          <ac:chgData name="Alexey Malashonak" userId="52025583bffa8bdb" providerId="LiveId" clId="{11C5FCC3-8D8A-4B24-8FB4-6BCED8BE98B1}" dt="2026-09-01T21:41:07.111" v="2284" actId="20577"/>
          <ac:spMkLst>
            <pc:docMk/>
            <pc:sldMk cId="3410717024" sldId="283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9-01T21:40:35.831" v="2280" actId="20577"/>
          <ac:spMkLst>
            <pc:docMk/>
            <pc:sldMk cId="3410717024" sldId="283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9-01T20:01:25.645" v="1791" actId="20577"/>
          <ac:spMkLst>
            <pc:docMk/>
            <pc:sldMk cId="3410717024" sldId="283"/>
            <ac:spMk id="6" creationId="{B0544AEE-8DFD-4FAA-A35A-0C032055A60E}"/>
          </ac:spMkLst>
        </pc:spChg>
        <pc:spChg chg="mod">
          <ac:chgData name="Alexey Malashonak" userId="52025583bffa8bdb" providerId="LiveId" clId="{11C5FCC3-8D8A-4B24-8FB4-6BCED8BE98B1}" dt="2026-08-31T09:08:51.740" v="759" actId="1076"/>
          <ac:spMkLst>
            <pc:docMk/>
            <pc:sldMk cId="3410717024" sldId="283"/>
            <ac:spMk id="10" creationId="{EE59A311-1788-51B4-8857-130C2D983308}"/>
          </ac:spMkLst>
        </pc:spChg>
        <pc:spChg chg="mod">
          <ac:chgData name="Alexey Malashonak" userId="52025583bffa8bdb" providerId="LiveId" clId="{11C5FCC3-8D8A-4B24-8FB4-6BCED8BE98B1}" dt="2026-09-01T20:00:50.881" v="1780" actId="1076"/>
          <ac:spMkLst>
            <pc:docMk/>
            <pc:sldMk cId="3410717024" sldId="283"/>
            <ac:spMk id="11" creationId="{D98E9595-2CBD-A7A9-F151-70E3F46C619D}"/>
          </ac:spMkLst>
        </pc:spChg>
        <pc:spChg chg="mod">
          <ac:chgData name="Alexey Malashonak" userId="52025583bffa8bdb" providerId="LiveId" clId="{11C5FCC3-8D8A-4B24-8FB4-6BCED8BE98B1}" dt="2026-09-01T20:01:10.967" v="1783" actId="14100"/>
          <ac:spMkLst>
            <pc:docMk/>
            <pc:sldMk cId="3410717024" sldId="283"/>
            <ac:spMk id="12" creationId="{1000E2C5-E8DB-6610-5F60-23D8159BA5DD}"/>
          </ac:spMkLst>
        </pc:spChg>
      </pc:sldChg>
      <pc:sldChg chg="del">
        <pc:chgData name="Alexey Malashonak" userId="52025583bffa8bdb" providerId="LiveId" clId="{11C5FCC3-8D8A-4B24-8FB4-6BCED8BE98B1}" dt="2026-08-31T08:46:03.887" v="28"/>
        <pc:sldMkLst>
          <pc:docMk/>
          <pc:sldMk cId="3410717024" sldId="284"/>
        </pc:sldMkLst>
      </pc:sldChg>
      <pc:sldChg chg="addSp delSp modSp mod setBg">
        <pc:chgData name="Alexey Malashonak" userId="52025583bffa8bdb" providerId="LiveId" clId="{11C5FCC3-8D8A-4B24-8FB4-6BCED8BE98B1}" dt="2026-09-01T21:39:58.728" v="2276" actId="1076"/>
        <pc:sldMkLst>
          <pc:docMk/>
          <pc:sldMk cId="3410717024" sldId="285"/>
        </pc:sldMkLst>
        <pc:spChg chg="mod">
          <ac:chgData name="Alexey Malashonak" userId="52025583bffa8bdb" providerId="LiveId" clId="{11C5FCC3-8D8A-4B24-8FB4-6BCED8BE98B1}" dt="2026-08-31T09:31:04.924" v="946" actId="207"/>
          <ac:spMkLst>
            <pc:docMk/>
            <pc:sldMk cId="3410717024" sldId="285"/>
            <ac:spMk id="2" creationId="{090EAC2A-5706-C65F-88DE-7DA698789FBD}"/>
          </ac:spMkLst>
        </pc:spChg>
        <pc:spChg chg="add mod">
          <ac:chgData name="Alexey Malashonak" userId="52025583bffa8bdb" providerId="LiveId" clId="{11C5FCC3-8D8A-4B24-8FB4-6BCED8BE98B1}" dt="2026-09-01T21:39:53.898" v="2274" actId="1076"/>
          <ac:spMkLst>
            <pc:docMk/>
            <pc:sldMk cId="3410717024" sldId="285"/>
            <ac:spMk id="3" creationId="{21D1C2F3-DA83-9B75-1CDF-219445402582}"/>
          </ac:spMkLst>
        </pc:spChg>
        <pc:spChg chg="add mod">
          <ac:chgData name="Alexey Malashonak" userId="52025583bffa8bdb" providerId="LiveId" clId="{11C5FCC3-8D8A-4B24-8FB4-6BCED8BE98B1}" dt="2026-09-01T21:39:56.122" v="2275" actId="1076"/>
          <ac:spMkLst>
            <pc:docMk/>
            <pc:sldMk cId="3410717024" sldId="285"/>
            <ac:spMk id="4" creationId="{EFBB0AF2-1B43-A915-BB0C-5C5CD8EB40F9}"/>
          </ac:spMkLst>
        </pc:spChg>
        <pc:spChg chg="add del mod">
          <ac:chgData name="Alexey Malashonak" userId="52025583bffa8bdb" providerId="LiveId" clId="{11C5FCC3-8D8A-4B24-8FB4-6BCED8BE98B1}" dt="2026-09-01T21:39:47.394" v="2271" actId="22"/>
          <ac:spMkLst>
            <pc:docMk/>
            <pc:sldMk cId="3410717024" sldId="285"/>
            <ac:spMk id="6" creationId="{6DD17146-8300-8104-F5C1-134AF31AD336}"/>
          </ac:spMkLst>
        </pc:spChg>
        <pc:spChg chg="add mod">
          <ac:chgData name="Alexey Malashonak" userId="52025583bffa8bdb" providerId="LiveId" clId="{11C5FCC3-8D8A-4B24-8FB4-6BCED8BE98B1}" dt="2026-09-01T21:39:58.728" v="2276" actId="1076"/>
          <ac:spMkLst>
            <pc:docMk/>
            <pc:sldMk cId="3410717024" sldId="285"/>
            <ac:spMk id="7" creationId="{75F87BF3-6194-F21B-AFD3-1046D24CFB3E}"/>
          </ac:spMkLst>
        </pc:spChg>
        <pc:picChg chg="del">
          <ac:chgData name="Alexey Malashonak" userId="52025583bffa8bdb" providerId="LiveId" clId="{11C5FCC3-8D8A-4B24-8FB4-6BCED8BE98B1}" dt="2026-09-01T21:37:28.832" v="2195" actId="478"/>
          <ac:picMkLst>
            <pc:docMk/>
            <pc:sldMk cId="3410717024" sldId="285"/>
            <ac:picMk id="9" creationId="{5BB514F8-B97E-94B9-136B-BFB4CAFC9A8E}"/>
          </ac:picMkLst>
        </pc:picChg>
        <pc:picChg chg="del mod">
          <ac:chgData name="Alexey Malashonak" userId="52025583bffa8bdb" providerId="LiveId" clId="{11C5FCC3-8D8A-4B24-8FB4-6BCED8BE98B1}" dt="2026-09-01T21:37:31.757" v="2197" actId="478"/>
          <ac:picMkLst>
            <pc:docMk/>
            <pc:sldMk cId="3410717024" sldId="285"/>
            <ac:picMk id="10" creationId="{007F835B-730E-57B2-EC0A-3172FF98220A}"/>
          </ac:picMkLst>
        </pc:picChg>
        <pc:picChg chg="add mod ord">
          <ac:chgData name="Alexey Malashonak" userId="52025583bffa8bdb" providerId="LiveId" clId="{11C5FCC3-8D8A-4B24-8FB4-6BCED8BE98B1}" dt="2026-09-01T21:39:51.768" v="2273" actId="1076"/>
          <ac:picMkLst>
            <pc:docMk/>
            <pc:sldMk cId="3410717024" sldId="285"/>
            <ac:picMk id="11" creationId="{05FAD41C-F53F-E150-3D29-2598295F5D6E}"/>
          </ac:picMkLst>
        </pc:picChg>
      </pc:sldChg>
      <pc:sldChg chg="modSp mod">
        <pc:chgData name="Alexey Malashonak" userId="52025583bffa8bdb" providerId="LiveId" clId="{11C5FCC3-8D8A-4B24-8FB4-6BCED8BE98B1}" dt="2026-09-01T21:53:00.201" v="2423" actId="20577"/>
        <pc:sldMkLst>
          <pc:docMk/>
          <pc:sldMk cId="3410717024" sldId="286"/>
        </pc:sldMkLst>
        <pc:spChg chg="mod">
          <ac:chgData name="Alexey Malashonak" userId="52025583bffa8bdb" providerId="LiveId" clId="{11C5FCC3-8D8A-4B24-8FB4-6BCED8BE98B1}" dt="2026-09-01T20:00:12.933" v="1748" actId="20577"/>
          <ac:spMkLst>
            <pc:docMk/>
            <pc:sldMk cId="3410717024" sldId="286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9-01T21:53:00.201" v="2423" actId="20577"/>
          <ac:spMkLst>
            <pc:docMk/>
            <pc:sldMk cId="3410717024" sldId="286"/>
            <ac:spMk id="3" creationId="{395D3EC4-46A1-A411-92FC-D6D6575EFB2C}"/>
          </ac:spMkLst>
        </pc:spChg>
      </pc:sldChg>
      <pc:sldChg chg="modSp mod">
        <pc:chgData name="Alexey Malashonak" userId="52025583bffa8bdb" providerId="LiveId" clId="{11C5FCC3-8D8A-4B24-8FB4-6BCED8BE98B1}" dt="2026-09-01T21:52:44.585" v="2420" actId="108"/>
        <pc:sldMkLst>
          <pc:docMk/>
          <pc:sldMk cId="3410717024" sldId="287"/>
        </pc:sldMkLst>
        <pc:spChg chg="mod">
          <ac:chgData name="Alexey Malashonak" userId="52025583bffa8bdb" providerId="LiveId" clId="{11C5FCC3-8D8A-4B24-8FB4-6BCED8BE98B1}" dt="2026-09-01T20:00:37.598" v="1779" actId="20577"/>
          <ac:spMkLst>
            <pc:docMk/>
            <pc:sldMk cId="3410717024" sldId="287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9-01T21:52:44.585" v="2420" actId="108"/>
          <ac:spMkLst>
            <pc:docMk/>
            <pc:sldMk cId="3410717024" sldId="287"/>
            <ac:spMk id="3" creationId="{395D3EC4-46A1-A411-92FC-D6D6575EFB2C}"/>
          </ac:spMkLst>
        </pc:spChg>
      </pc:sldChg>
      <pc:sldChg chg="del">
        <pc:chgData name="Alexey Malashonak" userId="52025583bffa8bdb" providerId="LiveId" clId="{11C5FCC3-8D8A-4B24-8FB4-6BCED8BE98B1}" dt="2026-08-31T09:28:08.530" v="916" actId="47"/>
        <pc:sldMkLst>
          <pc:docMk/>
          <pc:sldMk cId="3410717024" sldId="288"/>
        </pc:sldMkLst>
      </pc:sldChg>
      <pc:sldChg chg="addSp delSp modSp mod ord">
        <pc:chgData name="Alexey Malashonak" userId="52025583bffa8bdb" providerId="LiveId" clId="{11C5FCC3-8D8A-4B24-8FB4-6BCED8BE98B1}" dt="2026-09-01T21:56:00.149" v="2438" actId="20577"/>
        <pc:sldMkLst>
          <pc:docMk/>
          <pc:sldMk cId="3410717024" sldId="289"/>
        </pc:sldMkLst>
        <pc:spChg chg="mod">
          <ac:chgData name="Alexey Malashonak" userId="52025583bffa8bdb" providerId="LiveId" clId="{11C5FCC3-8D8A-4B24-8FB4-6BCED8BE98B1}" dt="2026-09-01T21:56:00.149" v="2438" actId="20577"/>
          <ac:spMkLst>
            <pc:docMk/>
            <pc:sldMk cId="3410717024" sldId="289"/>
            <ac:spMk id="2" creationId="{090EAC2A-5706-C65F-88DE-7DA698789FBD}"/>
          </ac:spMkLst>
        </pc:spChg>
        <pc:spChg chg="del mod">
          <ac:chgData name="Alexey Malashonak" userId="52025583bffa8bdb" providerId="LiveId" clId="{11C5FCC3-8D8A-4B24-8FB4-6BCED8BE98B1}" dt="2026-08-31T09:42:29.471" v="1174" actId="478"/>
          <ac:spMkLst>
            <pc:docMk/>
            <pc:sldMk cId="3410717024" sldId="289"/>
            <ac:spMk id="3" creationId="{395D3EC4-46A1-A411-92FC-D6D6575EFB2C}"/>
          </ac:spMkLst>
        </pc:spChg>
        <pc:spChg chg="add mod">
          <ac:chgData name="Alexey Malashonak" userId="52025583bffa8bdb" providerId="LiveId" clId="{11C5FCC3-8D8A-4B24-8FB4-6BCED8BE98B1}" dt="2026-08-31T09:44:47.191" v="1216" actId="20577"/>
          <ac:spMkLst>
            <pc:docMk/>
            <pc:sldMk cId="3410717024" sldId="289"/>
            <ac:spMk id="5" creationId="{B5AF9FCE-1C4D-E903-5D85-78D2A28C319D}"/>
          </ac:spMkLst>
        </pc:spChg>
        <pc:spChg chg="add del mod">
          <ac:chgData name="Alexey Malashonak" userId="52025583bffa8bdb" providerId="LiveId" clId="{11C5FCC3-8D8A-4B24-8FB4-6BCED8BE98B1}" dt="2026-08-31T09:42:35.659" v="1175" actId="478"/>
          <ac:spMkLst>
            <pc:docMk/>
            <pc:sldMk cId="3410717024" sldId="289"/>
            <ac:spMk id="7" creationId="{71FBC94B-60E0-4949-E34E-22C6DAD285D0}"/>
          </ac:spMkLst>
        </pc:spChg>
        <pc:spChg chg="add mod">
          <ac:chgData name="Alexey Malashonak" userId="52025583bffa8bdb" providerId="LiveId" clId="{11C5FCC3-8D8A-4B24-8FB4-6BCED8BE98B1}" dt="2026-08-31T09:44:45.247" v="1214" actId="1076"/>
          <ac:spMkLst>
            <pc:docMk/>
            <pc:sldMk cId="3410717024" sldId="289"/>
            <ac:spMk id="9" creationId="{E66968E0-6D96-2329-3E0E-278000D6E020}"/>
          </ac:spMkLst>
        </pc:spChg>
      </pc:sldChg>
      <pc:sldChg chg="modSp mod ord">
        <pc:chgData name="Alexey Malashonak" userId="52025583bffa8bdb" providerId="LiveId" clId="{11C5FCC3-8D8A-4B24-8FB4-6BCED8BE98B1}" dt="2026-09-01T20:26:40.476" v="1872"/>
        <pc:sldMkLst>
          <pc:docMk/>
          <pc:sldMk cId="3410717024" sldId="290"/>
        </pc:sldMkLst>
        <pc:spChg chg="mod">
          <ac:chgData name="Alexey Malashonak" userId="52025583bffa8bdb" providerId="LiveId" clId="{11C5FCC3-8D8A-4B24-8FB4-6BCED8BE98B1}" dt="2026-08-31T09:45:05.683" v="1221" actId="27636"/>
          <ac:spMkLst>
            <pc:docMk/>
            <pc:sldMk cId="3410717024" sldId="290"/>
            <ac:spMk id="3" creationId="{395D3EC4-46A1-A411-92FC-D6D6575EFB2C}"/>
          </ac:spMkLst>
        </pc:spChg>
      </pc:sldChg>
      <pc:sldChg chg="addSp delSp modSp mod ord">
        <pc:chgData name="Alexey Malashonak" userId="52025583bffa8bdb" providerId="LiveId" clId="{11C5FCC3-8D8A-4B24-8FB4-6BCED8BE98B1}" dt="2026-09-01T21:46:16.180" v="2355" actId="21"/>
        <pc:sldMkLst>
          <pc:docMk/>
          <pc:sldMk cId="3410717024" sldId="291"/>
        </pc:sldMkLst>
        <pc:spChg chg="mod">
          <ac:chgData name="Alexey Malashonak" userId="52025583bffa8bdb" providerId="LiveId" clId="{11C5FCC3-8D8A-4B24-8FB4-6BCED8BE98B1}" dt="2026-09-01T21:45:48.384" v="2351" actId="13926"/>
          <ac:spMkLst>
            <pc:docMk/>
            <pc:sldMk cId="3410717024" sldId="291"/>
            <ac:spMk id="3" creationId="{395D3EC4-46A1-A411-92FC-D6D6575EFB2C}"/>
          </ac:spMkLst>
        </pc:spChg>
        <pc:spChg chg="add del">
          <ac:chgData name="Alexey Malashonak" userId="52025583bffa8bdb" providerId="LiveId" clId="{11C5FCC3-8D8A-4B24-8FB4-6BCED8BE98B1}" dt="2026-09-01T21:06:38.055" v="2142" actId="22"/>
          <ac:spMkLst>
            <pc:docMk/>
            <pc:sldMk cId="3410717024" sldId="291"/>
            <ac:spMk id="5" creationId="{E7038B3B-6E2C-4121-376A-5CE413AD380F}"/>
          </ac:spMkLst>
        </pc:spChg>
        <pc:spChg chg="add del mod">
          <ac:chgData name="Alexey Malashonak" userId="52025583bffa8bdb" providerId="LiveId" clId="{11C5FCC3-8D8A-4B24-8FB4-6BCED8BE98B1}" dt="2026-09-01T21:46:16.180" v="2355" actId="21"/>
          <ac:spMkLst>
            <pc:docMk/>
            <pc:sldMk cId="3410717024" sldId="291"/>
            <ac:spMk id="7" creationId="{2D3496BB-C427-4BBE-1C07-51B4527EDC22}"/>
          </ac:spMkLst>
        </pc:spChg>
        <pc:picChg chg="add del mod">
          <ac:chgData name="Alexey Malashonak" userId="52025583bffa8bdb" providerId="LiveId" clId="{11C5FCC3-8D8A-4B24-8FB4-6BCED8BE98B1}" dt="2026-09-01T21:46:16.180" v="2355" actId="21"/>
          <ac:picMkLst>
            <pc:docMk/>
            <pc:sldMk cId="3410717024" sldId="291"/>
            <ac:picMk id="9" creationId="{EA63192B-95C8-7C90-17F0-192A2CEA3218}"/>
          </ac:picMkLst>
        </pc:picChg>
      </pc:sldChg>
      <pc:sldChg chg="addSp modSp mod">
        <pc:chgData name="Alexey Malashonak" userId="52025583bffa8bdb" providerId="LiveId" clId="{11C5FCC3-8D8A-4B24-8FB4-6BCED8BE98B1}" dt="2026-09-01T21:46:23.901" v="2358" actId="14100"/>
        <pc:sldMkLst>
          <pc:docMk/>
          <pc:sldMk cId="3410717024" sldId="292"/>
        </pc:sldMkLst>
        <pc:spChg chg="add mod">
          <ac:chgData name="Alexey Malashonak" userId="52025583bffa8bdb" providerId="LiveId" clId="{11C5FCC3-8D8A-4B24-8FB4-6BCED8BE98B1}" dt="2026-09-01T21:46:23.901" v="2358" actId="14100"/>
          <ac:spMkLst>
            <pc:docMk/>
            <pc:sldMk cId="3410717024" sldId="292"/>
            <ac:spMk id="7" creationId="{2D3496BB-C427-4BBE-1C07-51B4527EDC22}"/>
          </ac:spMkLst>
        </pc:spChg>
        <pc:picChg chg="add mod">
          <ac:chgData name="Alexey Malashonak" userId="52025583bffa8bdb" providerId="LiveId" clId="{11C5FCC3-8D8A-4B24-8FB4-6BCED8BE98B1}" dt="2026-09-01T21:46:23.901" v="2358" actId="14100"/>
          <ac:picMkLst>
            <pc:docMk/>
            <pc:sldMk cId="3410717024" sldId="292"/>
            <ac:picMk id="9" creationId="{EA63192B-95C8-7C90-17F0-192A2CEA3218}"/>
          </ac:picMkLst>
        </pc:picChg>
      </pc:sldChg>
      <pc:sldChg chg="addSp delSp modSp mod">
        <pc:chgData name="Alexey Malashonak" userId="52025583bffa8bdb" providerId="LiveId" clId="{11C5FCC3-8D8A-4B24-8FB4-6BCED8BE98B1}" dt="2026-09-01T20:49:55.051" v="2090" actId="478"/>
        <pc:sldMkLst>
          <pc:docMk/>
          <pc:sldMk cId="2991031542" sldId="293"/>
        </pc:sldMkLst>
        <pc:spChg chg="add del mod">
          <ac:chgData name="Alexey Malashonak" userId="52025583bffa8bdb" providerId="LiveId" clId="{11C5FCC3-8D8A-4B24-8FB4-6BCED8BE98B1}" dt="2026-09-01T20:49:55.051" v="2090" actId="478"/>
          <ac:spMkLst>
            <pc:docMk/>
            <pc:sldMk cId="2991031542" sldId="293"/>
            <ac:spMk id="3" creationId="{DC385FB4-E385-280A-6FE5-603C66639534}"/>
          </ac:spMkLst>
        </pc:spChg>
        <pc:spChg chg="add mod">
          <ac:chgData name="Alexey Malashonak" userId="52025583bffa8bdb" providerId="LiveId" clId="{11C5FCC3-8D8A-4B24-8FB4-6BCED8BE98B1}" dt="2026-09-01T20:49:51.613" v="2089" actId="1076"/>
          <ac:spMkLst>
            <pc:docMk/>
            <pc:sldMk cId="2991031542" sldId="293"/>
            <ac:spMk id="4" creationId="{0EE7BF99-EDD1-1E6A-3B82-249C3FC7D16A}"/>
          </ac:spMkLst>
        </pc:spChg>
        <pc:picChg chg="mod">
          <ac:chgData name="Alexey Malashonak" userId="52025583bffa8bdb" providerId="LiveId" clId="{11C5FCC3-8D8A-4B24-8FB4-6BCED8BE98B1}" dt="2026-08-31T09:56:03.579" v="1392" actId="14100"/>
          <ac:picMkLst>
            <pc:docMk/>
            <pc:sldMk cId="2991031542" sldId="293"/>
            <ac:picMk id="6" creationId="{694D6F6B-2753-8922-FEF4-AB41DD0A4363}"/>
          </ac:picMkLst>
        </pc:picChg>
      </pc:sldChg>
      <pc:sldChg chg="modSp mod setBg">
        <pc:chgData name="Alexey Malashonak" userId="52025583bffa8bdb" providerId="LiveId" clId="{11C5FCC3-8D8A-4B24-8FB4-6BCED8BE98B1}" dt="2026-08-31T09:30:31.494" v="944" actId="14100"/>
        <pc:sldMkLst>
          <pc:docMk/>
          <pc:sldMk cId="1696332148" sldId="295"/>
        </pc:sldMkLst>
        <pc:spChg chg="mod">
          <ac:chgData name="Alexey Malashonak" userId="52025583bffa8bdb" providerId="LiveId" clId="{11C5FCC3-8D8A-4B24-8FB4-6BCED8BE98B1}" dt="2026-08-31T09:30:01.571" v="939" actId="1076"/>
          <ac:spMkLst>
            <pc:docMk/>
            <pc:sldMk cId="1696332148" sldId="295"/>
            <ac:spMk id="2" creationId="{882C97E8-855F-AB5B-B030-657DB168F27C}"/>
          </ac:spMkLst>
        </pc:spChg>
        <pc:spChg chg="mod">
          <ac:chgData name="Alexey Malashonak" userId="52025583bffa8bdb" providerId="LiveId" clId="{11C5FCC3-8D8A-4B24-8FB4-6BCED8BE98B1}" dt="2026-08-31T09:30:31.494" v="944" actId="14100"/>
          <ac:spMkLst>
            <pc:docMk/>
            <pc:sldMk cId="1696332148" sldId="295"/>
            <ac:spMk id="8" creationId="{F55A1114-C15A-A114-C8DE-72820D9A1DC2}"/>
          </ac:spMkLst>
        </pc:spChg>
        <pc:picChg chg="mod ord">
          <ac:chgData name="Alexey Malashonak" userId="52025583bffa8bdb" providerId="LiveId" clId="{11C5FCC3-8D8A-4B24-8FB4-6BCED8BE98B1}" dt="2026-08-31T09:30:07.711" v="941" actId="1076"/>
          <ac:picMkLst>
            <pc:docMk/>
            <pc:sldMk cId="1696332148" sldId="295"/>
            <ac:picMk id="5" creationId="{6710EA77-63D4-3C98-DE04-4E2E842F4F97}"/>
          </ac:picMkLst>
        </pc:picChg>
      </pc:sldChg>
      <pc:sldChg chg="addSp modSp mod">
        <pc:chgData name="Alexey Malashonak" userId="52025583bffa8bdb" providerId="LiveId" clId="{11C5FCC3-8D8A-4B24-8FB4-6BCED8BE98B1}" dt="2026-09-01T20:49:41.988" v="2087" actId="1076"/>
        <pc:sldMkLst>
          <pc:docMk/>
          <pc:sldMk cId="2104700431" sldId="296"/>
        </pc:sldMkLst>
        <pc:spChg chg="mod">
          <ac:chgData name="Alexey Malashonak" userId="52025583bffa8bdb" providerId="LiveId" clId="{11C5FCC3-8D8A-4B24-8FB4-6BCED8BE98B1}" dt="2026-08-31T09:49:44.444" v="1274" actId="20577"/>
          <ac:spMkLst>
            <pc:docMk/>
            <pc:sldMk cId="2104700431" sldId="296"/>
            <ac:spMk id="2" creationId="{F8602237-DAD9-E594-3E62-B1A9ABD4ABEE}"/>
          </ac:spMkLst>
        </pc:spChg>
        <pc:spChg chg="add mod">
          <ac:chgData name="Alexey Malashonak" userId="52025583bffa8bdb" providerId="LiveId" clId="{11C5FCC3-8D8A-4B24-8FB4-6BCED8BE98B1}" dt="2026-09-01T20:49:41.988" v="2087" actId="1076"/>
          <ac:spMkLst>
            <pc:docMk/>
            <pc:sldMk cId="2104700431" sldId="296"/>
            <ac:spMk id="4" creationId="{6E16EFE2-CDB2-46C8-3C9F-85F4A4C2B238}"/>
          </ac:spMkLst>
        </pc:spChg>
        <pc:spChg chg="mod">
          <ac:chgData name="Alexey Malashonak" userId="52025583bffa8bdb" providerId="LiveId" clId="{11C5FCC3-8D8A-4B24-8FB4-6BCED8BE98B1}" dt="2026-08-31T09:48:08.272" v="1248" actId="2710"/>
          <ac:spMkLst>
            <pc:docMk/>
            <pc:sldMk cId="2104700431" sldId="296"/>
            <ac:spMk id="9" creationId="{D3298BAB-5072-DD12-CE47-603325557C84}"/>
          </ac:spMkLst>
        </pc:spChg>
        <pc:spChg chg="mod">
          <ac:chgData name="Alexey Malashonak" userId="52025583bffa8bdb" providerId="LiveId" clId="{11C5FCC3-8D8A-4B24-8FB4-6BCED8BE98B1}" dt="2026-08-31T09:48:25.739" v="1253" actId="1076"/>
          <ac:spMkLst>
            <pc:docMk/>
            <pc:sldMk cId="2104700431" sldId="296"/>
            <ac:spMk id="11" creationId="{47347709-57F4-F9A8-4B6E-719EACD7653D}"/>
          </ac:spMkLst>
        </pc:spChg>
        <pc:spChg chg="mod">
          <ac:chgData name="Alexey Malashonak" userId="52025583bffa8bdb" providerId="LiveId" clId="{11C5FCC3-8D8A-4B24-8FB4-6BCED8BE98B1}" dt="2026-09-01T20:39:09.902" v="1980" actId="255"/>
          <ac:spMkLst>
            <pc:docMk/>
            <pc:sldMk cId="2104700431" sldId="296"/>
            <ac:spMk id="15" creationId="{552525F8-591B-66AD-67B6-053DD8C68BC1}"/>
          </ac:spMkLst>
        </pc:spChg>
        <pc:picChg chg="mod">
          <ac:chgData name="Alexey Malashonak" userId="52025583bffa8bdb" providerId="LiveId" clId="{11C5FCC3-8D8A-4B24-8FB4-6BCED8BE98B1}" dt="2026-08-31T09:48:20.052" v="1251" actId="14100"/>
          <ac:picMkLst>
            <pc:docMk/>
            <pc:sldMk cId="2104700431" sldId="296"/>
            <ac:picMk id="5" creationId="{07CB72D1-766D-26AB-7AEC-3BE0121416C5}"/>
          </ac:picMkLst>
        </pc:picChg>
        <pc:picChg chg="mod">
          <ac:chgData name="Alexey Malashonak" userId="52025583bffa8bdb" providerId="LiveId" clId="{11C5FCC3-8D8A-4B24-8FB4-6BCED8BE98B1}" dt="2026-09-01T20:48:45.185" v="2078" actId="1076"/>
          <ac:picMkLst>
            <pc:docMk/>
            <pc:sldMk cId="2104700431" sldId="296"/>
            <ac:picMk id="7" creationId="{EC875994-5B4D-6920-B980-FD390EC8D983}"/>
          </ac:picMkLst>
        </pc:picChg>
      </pc:sldChg>
      <pc:sldChg chg="addSp delSp modSp mod">
        <pc:chgData name="Alexey Malashonak" userId="52025583bffa8bdb" providerId="LiveId" clId="{11C5FCC3-8D8A-4B24-8FB4-6BCED8BE98B1}" dt="2026-09-01T20:49:32.876" v="2086" actId="1076"/>
        <pc:sldMkLst>
          <pc:docMk/>
          <pc:sldMk cId="204907885" sldId="297"/>
        </pc:sldMkLst>
        <pc:spChg chg="mod">
          <ac:chgData name="Alexey Malashonak" userId="52025583bffa8bdb" providerId="LiveId" clId="{11C5FCC3-8D8A-4B24-8FB4-6BCED8BE98B1}" dt="2026-08-31T09:49:50.642" v="1277" actId="20577"/>
          <ac:spMkLst>
            <pc:docMk/>
            <pc:sldMk cId="204907885" sldId="297"/>
            <ac:spMk id="2" creationId="{70913560-5D50-E845-AFB4-EB74F0894A87}"/>
          </ac:spMkLst>
        </pc:spChg>
        <pc:spChg chg="add del mod">
          <ac:chgData name="Alexey Malashonak" userId="52025583bffa8bdb" providerId="LiveId" clId="{11C5FCC3-8D8A-4B24-8FB4-6BCED8BE98B1}" dt="2026-09-01T20:48:59.670" v="2082" actId="478"/>
          <ac:spMkLst>
            <pc:docMk/>
            <pc:sldMk cId="204907885" sldId="297"/>
            <ac:spMk id="4" creationId="{F458F3E6-5FC5-87A6-8F54-3DF824EA417F}"/>
          </ac:spMkLst>
        </pc:spChg>
        <pc:spChg chg="add mod">
          <ac:chgData name="Alexey Malashonak" userId="52025583bffa8bdb" providerId="LiveId" clId="{11C5FCC3-8D8A-4B24-8FB4-6BCED8BE98B1}" dt="2026-09-01T20:49:32.876" v="2086" actId="1076"/>
          <ac:spMkLst>
            <pc:docMk/>
            <pc:sldMk cId="204907885" sldId="297"/>
            <ac:spMk id="6" creationId="{CDD10683-8E10-BF22-2624-58B0D3149A7F}"/>
          </ac:spMkLst>
        </pc:spChg>
      </pc:sldChg>
      <pc:sldChg chg="addSp delSp modSp mod">
        <pc:chgData name="Alexey Malashonak" userId="52025583bffa8bdb" providerId="LiveId" clId="{11C5FCC3-8D8A-4B24-8FB4-6BCED8BE98B1}" dt="2026-09-01T21:55:43.636" v="2435" actId="20577"/>
        <pc:sldMkLst>
          <pc:docMk/>
          <pc:sldMk cId="145048705" sldId="298"/>
        </pc:sldMkLst>
        <pc:spChg chg="mod">
          <ac:chgData name="Alexey Malashonak" userId="52025583bffa8bdb" providerId="LiveId" clId="{11C5FCC3-8D8A-4B24-8FB4-6BCED8BE98B1}" dt="2026-09-01T21:55:43.636" v="2435" actId="20577"/>
          <ac:spMkLst>
            <pc:docMk/>
            <pc:sldMk cId="145048705" sldId="298"/>
            <ac:spMk id="2" creationId="{A3074B05-256B-C455-1B9C-2B6D09A24EE1}"/>
          </ac:spMkLst>
        </pc:spChg>
        <pc:spChg chg="add del mod">
          <ac:chgData name="Alexey Malashonak" userId="52025583bffa8bdb" providerId="LiveId" clId="{11C5FCC3-8D8A-4B24-8FB4-6BCED8BE98B1}" dt="2026-09-01T20:49:09.565" v="2085" actId="478"/>
          <ac:spMkLst>
            <pc:docMk/>
            <pc:sldMk cId="145048705" sldId="298"/>
            <ac:spMk id="4" creationId="{36CB4A2A-74AF-DE2C-4417-505586B33861}"/>
          </ac:spMkLst>
        </pc:spChg>
        <pc:spChg chg="add mod">
          <ac:chgData name="Alexey Malashonak" userId="52025583bffa8bdb" providerId="LiveId" clId="{11C5FCC3-8D8A-4B24-8FB4-6BCED8BE98B1}" dt="2026-09-01T20:49:06.941" v="2084" actId="1076"/>
          <ac:spMkLst>
            <pc:docMk/>
            <pc:sldMk cId="145048705" sldId="298"/>
            <ac:spMk id="5" creationId="{0F5BFC0D-1266-BAED-BA2C-E32BD1766F29}"/>
          </ac:spMkLst>
        </pc:spChg>
      </pc:sldChg>
      <pc:sldChg chg="modSp mod ord">
        <pc:chgData name="Alexey Malashonak" userId="52025583bffa8bdb" providerId="LiveId" clId="{11C5FCC3-8D8A-4B24-8FB4-6BCED8BE98B1}" dt="2026-09-01T21:55:34.653" v="2434" actId="20577"/>
        <pc:sldMkLst>
          <pc:docMk/>
          <pc:sldMk cId="0" sldId="299"/>
        </pc:sldMkLst>
        <pc:spChg chg="mod">
          <ac:chgData name="Alexey Malashonak" userId="52025583bffa8bdb" providerId="LiveId" clId="{11C5FCC3-8D8A-4B24-8FB4-6BCED8BE98B1}" dt="2026-09-01T21:55:34.653" v="2434" actId="20577"/>
          <ac:spMkLst>
            <pc:docMk/>
            <pc:sldMk cId="0" sldId="299"/>
            <ac:spMk id="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35.566" v="1292" actId="255"/>
          <ac:spMkLst>
            <pc:docMk/>
            <pc:sldMk cId="0" sldId="299"/>
            <ac:spMk id="4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0.595" v="1294" actId="14100"/>
          <ac:spMkLst>
            <pc:docMk/>
            <pc:sldMk cId="0" sldId="299"/>
            <ac:spMk id="6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5.102" v="1295" actId="255"/>
          <ac:spMkLst>
            <pc:docMk/>
            <pc:sldMk cId="0" sldId="299"/>
            <ac:spMk id="8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8.017" v="1296" actId="255"/>
          <ac:spMkLst>
            <pc:docMk/>
            <pc:sldMk cId="0" sldId="299"/>
            <ac:spMk id="10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31:09.448" v="1952" actId="1076"/>
          <ac:spMkLst>
            <pc:docMk/>
            <pc:sldMk cId="0" sldId="299"/>
            <ac:spMk id="11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30:56.257" v="1947" actId="1076"/>
          <ac:spMkLst>
            <pc:docMk/>
            <pc:sldMk cId="0" sldId="299"/>
            <ac:spMk id="14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31:03.896" v="1950" actId="1076"/>
          <ac:spMkLst>
            <pc:docMk/>
            <pc:sldMk cId="0" sldId="299"/>
            <ac:spMk id="17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1:16.946" v="1299" actId="17032"/>
          <ac:spMkLst>
            <pc:docMk/>
            <pc:sldMk cId="0" sldId="299"/>
            <ac:spMk id="18" creationId="{00000000-0000-0000-0000-000000000000}"/>
          </ac:spMkLst>
        </pc:spChg>
      </pc:sldChg>
      <pc:sldChg chg="modSp mod">
        <pc:chgData name="Alexey Malashonak" userId="52025583bffa8bdb" providerId="LiveId" clId="{11C5FCC3-8D8A-4B24-8FB4-6BCED8BE98B1}" dt="2026-09-01T21:55:06.755" v="2425" actId="20577"/>
        <pc:sldMkLst>
          <pc:docMk/>
          <pc:sldMk cId="0" sldId="300"/>
        </pc:sldMkLst>
        <pc:spChg chg="mod">
          <ac:chgData name="Alexey Malashonak" userId="52025583bffa8bdb" providerId="LiveId" clId="{11C5FCC3-8D8A-4B24-8FB4-6BCED8BE98B1}" dt="2026-09-01T21:55:06.755" v="2425" actId="20577"/>
          <ac:spMkLst>
            <pc:docMk/>
            <pc:sldMk cId="0" sldId="300"/>
            <ac:spMk id="2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3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4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22.762" v="2031" actId="1076"/>
          <ac:spMkLst>
            <pc:docMk/>
            <pc:sldMk cId="0" sldId="300"/>
            <ac:spMk id="5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6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7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26.070" v="2032" actId="1076"/>
          <ac:spMkLst>
            <pc:docMk/>
            <pc:sldMk cId="0" sldId="300"/>
            <ac:spMk id="8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17.693" v="2030" actId="1076"/>
          <ac:spMkLst>
            <pc:docMk/>
            <pc:sldMk cId="0" sldId="300"/>
            <ac:spMk id="10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45:34.552" v="2033" actId="1076"/>
          <ac:spMkLst>
            <pc:docMk/>
            <pc:sldMk cId="0" sldId="300"/>
            <ac:spMk id="11" creationId="{00000000-0000-0000-0000-000000000000}"/>
          </ac:spMkLst>
        </pc:spChg>
      </pc:sldChg>
      <pc:sldChg chg="addSp delSp modSp mod">
        <pc:chgData name="Alexey Malashonak" userId="52025583bffa8bdb" providerId="LiveId" clId="{11C5FCC3-8D8A-4B24-8FB4-6BCED8BE98B1}" dt="2026-09-01T21:48:06.686" v="2382" actId="478"/>
        <pc:sldMkLst>
          <pc:docMk/>
          <pc:sldMk cId="730449677" sldId="301"/>
        </pc:sldMkLst>
        <pc:spChg chg="mod">
          <ac:chgData name="Alexey Malashonak" userId="52025583bffa8bdb" providerId="LiveId" clId="{11C5FCC3-8D8A-4B24-8FB4-6BCED8BE98B1}" dt="2026-08-31T09:53:13.610" v="1374" actId="20577"/>
          <ac:spMkLst>
            <pc:docMk/>
            <pc:sldMk cId="730449677" sldId="301"/>
            <ac:spMk id="2" creationId="{A41EB5C9-A83D-CF35-0B41-14C66E66B58A}"/>
          </ac:spMkLst>
        </pc:spChg>
        <pc:spChg chg="mod">
          <ac:chgData name="Alexey Malashonak" userId="52025583bffa8bdb" providerId="LiveId" clId="{11C5FCC3-8D8A-4B24-8FB4-6BCED8BE98B1}" dt="2026-08-31T09:54:04.822" v="1379" actId="113"/>
          <ac:spMkLst>
            <pc:docMk/>
            <pc:sldMk cId="730449677" sldId="301"/>
            <ac:spMk id="4" creationId="{094CDAF0-1A99-262F-5FB0-DFDE74EBA0B5}"/>
          </ac:spMkLst>
        </pc:spChg>
        <pc:spChg chg="mod">
          <ac:chgData name="Alexey Malashonak" userId="52025583bffa8bdb" providerId="LiveId" clId="{11C5FCC3-8D8A-4B24-8FB4-6BCED8BE98B1}" dt="2026-08-31T09:52:46.447" v="1365" actId="14100"/>
          <ac:spMkLst>
            <pc:docMk/>
            <pc:sldMk cId="730449677" sldId="301"/>
            <ac:spMk id="7" creationId="{24323253-08C3-996B-CE7D-5FE2DF8B1AD5}"/>
          </ac:spMkLst>
        </pc:spChg>
        <pc:picChg chg="add del mod">
          <ac:chgData name="Alexey Malashonak" userId="52025583bffa8bdb" providerId="LiveId" clId="{11C5FCC3-8D8A-4B24-8FB4-6BCED8BE98B1}" dt="2026-09-01T21:48:06.686" v="2382" actId="478"/>
          <ac:picMkLst>
            <pc:docMk/>
            <pc:sldMk cId="730449677" sldId="301"/>
            <ac:picMk id="11" creationId="{E05AAB0B-27A9-0644-015D-6F44103613D0}"/>
          </ac:picMkLst>
        </pc:picChg>
      </pc:sldChg>
      <pc:sldChg chg="modSp add del mod">
        <pc:chgData name="Alexey Malashonak" userId="52025583bffa8bdb" providerId="LiveId" clId="{11C5FCC3-8D8A-4B24-8FB4-6BCED8BE98B1}" dt="2026-08-31T08:46:09.350" v="40"/>
        <pc:sldMkLst>
          <pc:docMk/>
          <pc:sldMk cId="2998053709" sldId="302"/>
        </pc:sldMkLst>
        <pc:spChg chg="mod">
          <ac:chgData name="Alexey Malashonak" userId="52025583bffa8bdb" providerId="LiveId" clId="{11C5FCC3-8D8A-4B24-8FB4-6BCED8BE98B1}" dt="2026-08-31T08:46:03.891" v="29" actId="27636"/>
          <ac:spMkLst>
            <pc:docMk/>
            <pc:sldMk cId="2998053709" sldId="302"/>
            <ac:spMk id="3" creationId="{395D3EC4-46A1-A411-92FC-D6D6575EFB2C}"/>
          </ac:spMkLst>
        </pc:spChg>
      </pc:sldChg>
      <pc:sldChg chg="add del">
        <pc:chgData name="Alexey Malashonak" userId="52025583bffa8bdb" providerId="LiveId" clId="{11C5FCC3-8D8A-4B24-8FB4-6BCED8BE98B1}" dt="2026-08-31T08:46:12.796" v="52"/>
        <pc:sldMkLst>
          <pc:docMk/>
          <pc:sldMk cId="4064916523" sldId="303"/>
        </pc:sldMkLst>
      </pc:sldChg>
      <pc:sldChg chg="add del">
        <pc:chgData name="Alexey Malashonak" userId="52025583bffa8bdb" providerId="LiveId" clId="{11C5FCC3-8D8A-4B24-8FB4-6BCED8BE98B1}" dt="2026-08-31T08:46:16.218" v="66"/>
        <pc:sldMkLst>
          <pc:docMk/>
          <pc:sldMk cId="3612903740" sldId="304"/>
        </pc:sldMkLst>
      </pc:sldChg>
      <pc:sldChg chg="add del">
        <pc:chgData name="Alexey Malashonak" userId="52025583bffa8bdb" providerId="LiveId" clId="{11C5FCC3-8D8A-4B24-8FB4-6BCED8BE98B1}" dt="2026-08-31T08:46:19.585" v="81"/>
        <pc:sldMkLst>
          <pc:docMk/>
          <pc:sldMk cId="1885672780" sldId="305"/>
        </pc:sldMkLst>
      </pc:sldChg>
      <pc:sldChg chg="addSp delSp modSp add mod">
        <pc:chgData name="Alexey Malashonak" userId="52025583bffa8bdb" providerId="LiveId" clId="{11C5FCC3-8D8A-4B24-8FB4-6BCED8BE98B1}" dt="2026-09-01T20:29:05.818" v="1911" actId="1076"/>
        <pc:sldMkLst>
          <pc:docMk/>
          <pc:sldMk cId="1396353151" sldId="306"/>
        </pc:sldMkLst>
        <pc:spChg chg="mod">
          <ac:chgData name="Alexey Malashonak" userId="52025583bffa8bdb" providerId="LiveId" clId="{11C5FCC3-8D8A-4B24-8FB4-6BCED8BE98B1}" dt="2026-09-01T19:40:28.547" v="1629" actId="1076"/>
          <ac:spMkLst>
            <pc:docMk/>
            <pc:sldMk cId="1396353151" sldId="306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0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02:32.664" v="1792" actId="20577"/>
          <ac:spMkLst>
            <pc:docMk/>
            <pc:sldMk cId="1396353151" sldId="306"/>
            <ac:spMk id="101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0:29:04.078" v="1910" actId="1076"/>
          <ac:spMkLst>
            <pc:docMk/>
            <pc:sldMk cId="1396353151" sldId="306"/>
            <ac:spMk id="10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3" creationId="{00000000-0000-0000-0000-000000000000}"/>
          </ac:spMkLst>
        </pc:spChg>
        <pc:spChg chg="add del mod">
          <ac:chgData name="Alexey Malashonak" userId="52025583bffa8bdb" providerId="LiveId" clId="{11C5FCC3-8D8A-4B24-8FB4-6BCED8BE98B1}" dt="2026-09-01T19:40:29.906" v="1632" actId="478"/>
          <ac:spMkLst>
            <pc:docMk/>
            <pc:sldMk cId="1396353151" sldId="306"/>
            <ac:spMk id="110" creationId="{00000000-0000-0000-0000-000000000000}"/>
          </ac:spMkLst>
        </pc:spChg>
        <pc:spChg chg="add del mod">
          <ac:chgData name="Alexey Malashonak" userId="52025583bffa8bdb" providerId="LiveId" clId="{11C5FCC3-8D8A-4B24-8FB4-6BCED8BE98B1}" dt="2026-09-01T19:40:29.612" v="1631" actId="478"/>
          <ac:spMkLst>
            <pc:docMk/>
            <pc:sldMk cId="1396353151" sldId="306"/>
            <ac:spMk id="111" creationId="{00000000-0000-0000-0000-000000000000}"/>
          </ac:spMkLst>
        </pc:spChg>
        <pc:spChg chg="add del mod">
          <ac:chgData name="Alexey Malashonak" userId="52025583bffa8bdb" providerId="LiveId" clId="{11C5FCC3-8D8A-4B24-8FB4-6BCED8BE98B1}" dt="2026-09-01T19:40:28.706" v="1630" actId="478"/>
          <ac:spMkLst>
            <pc:docMk/>
            <pc:sldMk cId="1396353151" sldId="306"/>
            <ac:spMk id="112" creationId="{00000000-0000-0000-0000-000000000000}"/>
          </ac:spMkLst>
        </pc:spChg>
        <pc:picChg chg="add del">
          <ac:chgData name="Alexey Malashonak" userId="52025583bffa8bdb" providerId="LiveId" clId="{11C5FCC3-8D8A-4B24-8FB4-6BCED8BE98B1}" dt="2026-09-01T19:38:04.165" v="1572" actId="22"/>
          <ac:picMkLst>
            <pc:docMk/>
            <pc:sldMk cId="1396353151" sldId="306"/>
            <ac:picMk id="5" creationId="{C8D4F29D-4198-9AB8-1FEA-B533CDBE0919}"/>
          </ac:picMkLst>
        </pc:picChg>
        <pc:picChg chg="mod">
          <ac:chgData name="Alexey Malashonak" userId="52025583bffa8bdb" providerId="LiveId" clId="{11C5FCC3-8D8A-4B24-8FB4-6BCED8BE98B1}" dt="2026-08-31T09:07:05.107" v="708" actId="1076"/>
          <ac:picMkLst>
            <pc:docMk/>
            <pc:sldMk cId="1396353151" sldId="306"/>
            <ac:picMk id="113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8-31T09:06:59.912" v="705" actId="1076"/>
          <ac:picMkLst>
            <pc:docMk/>
            <pc:sldMk cId="1396353151" sldId="306"/>
            <ac:picMk id="114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9-01T20:29:05.818" v="1911" actId="1076"/>
          <ac:picMkLst>
            <pc:docMk/>
            <pc:sldMk cId="1396353151" sldId="306"/>
            <ac:picMk id="115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8-31T09:07:10.366" v="710" actId="1076"/>
          <ac:picMkLst>
            <pc:docMk/>
            <pc:sldMk cId="1396353151" sldId="306"/>
            <ac:picMk id="116" creationId="{00000000-0000-0000-0000-000000000000}"/>
          </ac:picMkLst>
        </pc:picChg>
      </pc:sldChg>
      <pc:sldChg chg="addSp delSp modSp new mod">
        <pc:chgData name="Alexey Malashonak" userId="52025583bffa8bdb" providerId="LiveId" clId="{11C5FCC3-8D8A-4B24-8FB4-6BCED8BE98B1}" dt="2026-09-01T21:47:01.859" v="2365" actId="1076"/>
        <pc:sldMkLst>
          <pc:docMk/>
          <pc:sldMk cId="214505872" sldId="307"/>
        </pc:sldMkLst>
        <pc:spChg chg="mod">
          <ac:chgData name="Alexey Malashonak" userId="52025583bffa8bdb" providerId="LiveId" clId="{11C5FCC3-8D8A-4B24-8FB4-6BCED8BE98B1}" dt="2026-08-31T09:49:28.209" v="1262" actId="20577"/>
          <ac:spMkLst>
            <pc:docMk/>
            <pc:sldMk cId="214505872" sldId="307"/>
            <ac:spMk id="2" creationId="{8AADB9FC-9460-23E7-F132-F3695D174898}"/>
          </ac:spMkLst>
        </pc:spChg>
        <pc:spChg chg="del">
          <ac:chgData name="Alexey Malashonak" userId="52025583bffa8bdb" providerId="LiveId" clId="{11C5FCC3-8D8A-4B24-8FB4-6BCED8BE98B1}" dt="2026-08-31T09:02:14.789" v="584" actId="22"/>
          <ac:spMkLst>
            <pc:docMk/>
            <pc:sldMk cId="214505872" sldId="307"/>
            <ac:spMk id="3" creationId="{EFF4B902-732B-6DBE-B982-6AD6C122B4AA}"/>
          </ac:spMkLst>
        </pc:spChg>
        <pc:spChg chg="add mod">
          <ac:chgData name="Alexey Malashonak" userId="52025583bffa8bdb" providerId="LiveId" clId="{11C5FCC3-8D8A-4B24-8FB4-6BCED8BE98B1}" dt="2026-09-01T21:46:59.615" v="2364" actId="27636"/>
          <ac:spMkLst>
            <pc:docMk/>
            <pc:sldMk cId="214505872" sldId="307"/>
            <ac:spMk id="6" creationId="{DD5A7C2A-338A-3141-3B78-2BF00429FACD}"/>
          </ac:spMkLst>
        </pc:spChg>
        <pc:picChg chg="add mod ord">
          <ac:chgData name="Alexey Malashonak" userId="52025583bffa8bdb" providerId="LiveId" clId="{11C5FCC3-8D8A-4B24-8FB4-6BCED8BE98B1}" dt="2026-09-01T21:47:01.859" v="2365" actId="1076"/>
          <ac:picMkLst>
            <pc:docMk/>
            <pc:sldMk cId="214505872" sldId="307"/>
            <ac:picMk id="5" creationId="{83F816A7-F137-4A09-338C-704C22508C38}"/>
          </ac:picMkLst>
        </pc:picChg>
      </pc:sldChg>
      <pc:sldChg chg="addSp delSp modSp add mod">
        <pc:chgData name="Alexey Malashonak" userId="52025583bffa8bdb" providerId="LiveId" clId="{11C5FCC3-8D8A-4B24-8FB4-6BCED8BE98B1}" dt="2026-09-01T21:47:31.587" v="2378" actId="1076"/>
        <pc:sldMkLst>
          <pc:docMk/>
          <pc:sldMk cId="935496711" sldId="308"/>
        </pc:sldMkLst>
        <pc:spChg chg="mod">
          <ac:chgData name="Alexey Malashonak" userId="52025583bffa8bdb" providerId="LiveId" clId="{11C5FCC3-8D8A-4B24-8FB4-6BCED8BE98B1}" dt="2026-08-31T09:49:32.392" v="1264" actId="20577"/>
          <ac:spMkLst>
            <pc:docMk/>
            <pc:sldMk cId="935496711" sldId="308"/>
            <ac:spMk id="2" creationId="{8AADB9FC-9460-23E7-F132-F3695D174898}"/>
          </ac:spMkLst>
        </pc:spChg>
        <pc:spChg chg="add mod">
          <ac:chgData name="Alexey Malashonak" userId="52025583bffa8bdb" providerId="LiveId" clId="{11C5FCC3-8D8A-4B24-8FB4-6BCED8BE98B1}" dt="2026-09-01T21:47:29.842" v="2377" actId="27636"/>
          <ac:spMkLst>
            <pc:docMk/>
            <pc:sldMk cId="935496711" sldId="308"/>
            <ac:spMk id="3" creationId="{E5760F00-D52B-4105-F882-398308458061}"/>
          </ac:spMkLst>
        </pc:spChg>
        <pc:spChg chg="add del mod">
          <ac:chgData name="Alexey Malashonak" userId="52025583bffa8bdb" providerId="LiveId" clId="{11C5FCC3-8D8A-4B24-8FB4-6BCED8BE98B1}" dt="2026-08-31T09:04:24.853" v="639"/>
          <ac:spMkLst>
            <pc:docMk/>
            <pc:sldMk cId="935496711" sldId="308"/>
            <ac:spMk id="8" creationId="{1A6A4822-E0B5-1561-86F4-F4036C1CB2FF}"/>
          </ac:spMkLst>
        </pc:spChg>
        <pc:picChg chg="del mod">
          <ac:chgData name="Alexey Malashonak" userId="52025583bffa8bdb" providerId="LiveId" clId="{11C5FCC3-8D8A-4B24-8FB4-6BCED8BE98B1}" dt="2026-08-31T09:04:13.396" v="634" actId="478"/>
          <ac:picMkLst>
            <pc:docMk/>
            <pc:sldMk cId="935496711" sldId="308"/>
            <ac:picMk id="5" creationId="{83F816A7-F137-4A09-338C-704C22508C38}"/>
          </ac:picMkLst>
        </pc:picChg>
        <pc:picChg chg="add del mod">
          <ac:chgData name="Alexey Malashonak" userId="52025583bffa8bdb" providerId="LiveId" clId="{11C5FCC3-8D8A-4B24-8FB4-6BCED8BE98B1}" dt="2026-08-31T09:04:24.025" v="638" actId="21"/>
          <ac:picMkLst>
            <pc:docMk/>
            <pc:sldMk cId="935496711" sldId="308"/>
            <ac:picMk id="6" creationId="{AF206C88-A4E7-FB40-1ED6-A4C61DC8AF26}"/>
          </ac:picMkLst>
        </pc:picChg>
        <pc:picChg chg="add mod">
          <ac:chgData name="Alexey Malashonak" userId="52025583bffa8bdb" providerId="LiveId" clId="{11C5FCC3-8D8A-4B24-8FB4-6BCED8BE98B1}" dt="2026-09-01T21:47:31.587" v="2378" actId="1076"/>
          <ac:picMkLst>
            <pc:docMk/>
            <pc:sldMk cId="935496711" sldId="308"/>
            <ac:picMk id="9" creationId="{AF206C88-A4E7-FB40-1ED6-A4C61DC8AF26}"/>
          </ac:picMkLst>
        </pc:picChg>
      </pc:sldChg>
      <pc:sldChg chg="modSp new del mod">
        <pc:chgData name="Alexey Malashonak" userId="52025583bffa8bdb" providerId="LiveId" clId="{11C5FCC3-8D8A-4B24-8FB4-6BCED8BE98B1}" dt="2026-08-31T09:11:02.044" v="775"/>
        <pc:sldMkLst>
          <pc:docMk/>
          <pc:sldMk cId="2430708726" sldId="309"/>
        </pc:sldMkLst>
        <pc:spChg chg="mod">
          <ac:chgData name="Alexey Malashonak" userId="52025583bffa8bdb" providerId="LiveId" clId="{11C5FCC3-8D8A-4B24-8FB4-6BCED8BE98B1}" dt="2026-08-31T09:07:56.993" v="757" actId="20577"/>
          <ac:spMkLst>
            <pc:docMk/>
            <pc:sldMk cId="2430708726" sldId="309"/>
            <ac:spMk id="2" creationId="{2862CD2C-0D3C-E052-8145-7C09B54F8ED5}"/>
          </ac:spMkLst>
        </pc:spChg>
        <pc:spChg chg="mod">
          <ac:chgData name="Alexey Malashonak" userId="52025583bffa8bdb" providerId="LiveId" clId="{11C5FCC3-8D8A-4B24-8FB4-6BCED8BE98B1}" dt="2026-08-31T09:07:36.270" v="714"/>
          <ac:spMkLst>
            <pc:docMk/>
            <pc:sldMk cId="2430708726" sldId="309"/>
            <ac:spMk id="3" creationId="{32297D04-F565-1CCC-3274-97341AA9E574}"/>
          </ac:spMkLst>
        </pc:spChg>
      </pc:sldChg>
      <pc:sldChg chg="add del">
        <pc:chgData name="Alexey Malashonak" userId="52025583bffa8bdb" providerId="LiveId" clId="{11C5FCC3-8D8A-4B24-8FB4-6BCED8BE98B1}" dt="2026-08-31T09:11:26.968" v="777"/>
        <pc:sldMkLst>
          <pc:docMk/>
          <pc:sldMk cId="570173693" sldId="310"/>
        </pc:sldMkLst>
      </pc:sldChg>
      <pc:sldChg chg="add del">
        <pc:chgData name="Alexey Malashonak" userId="52025583bffa8bdb" providerId="LiveId" clId="{11C5FCC3-8D8A-4B24-8FB4-6BCED8BE98B1}" dt="2026-08-31T09:11:52.413" v="788"/>
        <pc:sldMkLst>
          <pc:docMk/>
          <pc:sldMk cId="201776954" sldId="311"/>
        </pc:sldMkLst>
      </pc:sldChg>
      <pc:sldChg chg="addSp delSp modSp add mod">
        <pc:chgData name="Alexey Malashonak" userId="52025583bffa8bdb" providerId="LiveId" clId="{11C5FCC3-8D8A-4B24-8FB4-6BCED8BE98B1}" dt="2026-08-31T09:49:37.530" v="1268" actId="20577"/>
        <pc:sldMkLst>
          <pc:docMk/>
          <pc:sldMk cId="2934546226" sldId="312"/>
        </pc:sldMkLst>
        <pc:spChg chg="mod">
          <ac:chgData name="Alexey Malashonak" userId="52025583bffa8bdb" providerId="LiveId" clId="{11C5FCC3-8D8A-4B24-8FB4-6BCED8BE98B1}" dt="2026-08-31T09:49:37.530" v="1268" actId="20577"/>
          <ac:spMkLst>
            <pc:docMk/>
            <pc:sldMk cId="2934546226" sldId="312"/>
            <ac:spMk id="2" creationId="{2862CD2C-0D3C-E052-8145-7C09B54F8ED5}"/>
          </ac:spMkLst>
        </pc:spChg>
        <pc:spChg chg="mod">
          <ac:chgData name="Alexey Malashonak" userId="52025583bffa8bdb" providerId="LiveId" clId="{11C5FCC3-8D8A-4B24-8FB4-6BCED8BE98B1}" dt="2026-08-31T09:47:47.270" v="1244" actId="207"/>
          <ac:spMkLst>
            <pc:docMk/>
            <pc:sldMk cId="2934546226" sldId="312"/>
            <ac:spMk id="3" creationId="{32297D04-F565-1CCC-3274-97341AA9E574}"/>
          </ac:spMkLst>
        </pc:spChg>
        <pc:spChg chg="add del mod">
          <ac:chgData name="Alexey Malashonak" userId="52025583bffa8bdb" providerId="LiveId" clId="{11C5FCC3-8D8A-4B24-8FB4-6BCED8BE98B1}" dt="2026-08-31T09:47:47.270" v="1244" actId="207"/>
          <ac:spMkLst>
            <pc:docMk/>
            <pc:sldMk cId="2934546226" sldId="312"/>
            <ac:spMk id="120" creationId="{00000000-0000-0000-0000-000000000000}"/>
          </ac:spMkLst>
        </pc:spChg>
        <pc:picChg chg="add mod">
          <ac:chgData name="Alexey Malashonak" userId="52025583bffa8bdb" providerId="LiveId" clId="{11C5FCC3-8D8A-4B24-8FB4-6BCED8BE98B1}" dt="2026-08-31T09:17:45.302" v="861" actId="1076"/>
          <ac:picMkLst>
            <pc:docMk/>
            <pc:sldMk cId="2934546226" sldId="312"/>
            <ac:picMk id="5" creationId="{4553D4AF-9747-B473-10D8-7AF276066729}"/>
          </ac:picMkLst>
        </pc:picChg>
      </pc:sldChg>
      <pc:sldChg chg="add del">
        <pc:chgData name="Alexey Malashonak" userId="52025583bffa8bdb" providerId="LiveId" clId="{11C5FCC3-8D8A-4B24-8FB4-6BCED8BE98B1}" dt="2026-08-31T09:21:56.791" v="866"/>
        <pc:sldMkLst>
          <pc:docMk/>
          <pc:sldMk cId="2368605772" sldId="313"/>
        </pc:sldMkLst>
      </pc:sldChg>
      <pc:sldChg chg="add del">
        <pc:chgData name="Alexey Malashonak" userId="52025583bffa8bdb" providerId="LiveId" clId="{11C5FCC3-8D8A-4B24-8FB4-6BCED8BE98B1}" dt="2026-08-31T09:22:00.518" v="868"/>
        <pc:sldMkLst>
          <pc:docMk/>
          <pc:sldMk cId="2593616227" sldId="314"/>
        </pc:sldMkLst>
      </pc:sldChg>
      <pc:sldChg chg="add del">
        <pc:chgData name="Alexey Malashonak" userId="52025583bffa8bdb" providerId="LiveId" clId="{11C5FCC3-8D8A-4B24-8FB4-6BCED8BE98B1}" dt="2026-08-31T09:22:06.381" v="870"/>
        <pc:sldMkLst>
          <pc:docMk/>
          <pc:sldMk cId="1879476176" sldId="315"/>
        </pc:sldMkLst>
      </pc:sldChg>
      <pc:sldChg chg="modSp add del mod">
        <pc:chgData name="Alexey Malashonak" userId="52025583bffa8bdb" providerId="LiveId" clId="{11C5FCC3-8D8A-4B24-8FB4-6BCED8BE98B1}" dt="2026-08-31T09:28:19.856" v="918"/>
        <pc:sldMkLst>
          <pc:docMk/>
          <pc:sldMk cId="736625034" sldId="316"/>
        </pc:sldMkLst>
        <pc:spChg chg="mod">
          <ac:chgData name="Alexey Malashonak" userId="52025583bffa8bdb" providerId="LiveId" clId="{11C5FCC3-8D8A-4B24-8FB4-6BCED8BE98B1}" dt="2026-08-31T09:27:08.433" v="913" actId="20577"/>
          <ac:spMkLst>
            <pc:docMk/>
            <pc:sldMk cId="736625034" sldId="316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8-31T09:27:22.409" v="915" actId="1076"/>
          <ac:spMkLst>
            <pc:docMk/>
            <pc:sldMk cId="736625034" sldId="316"/>
            <ac:spMk id="13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26:35.028" v="901" actId="20577"/>
          <ac:spMkLst>
            <pc:docMk/>
            <pc:sldMk cId="736625034" sldId="316"/>
            <ac:spMk id="14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26:59.812" v="911" actId="20577"/>
          <ac:spMkLst>
            <pc:docMk/>
            <pc:sldMk cId="736625034" sldId="316"/>
            <ac:spMk id="143" creationId="{00000000-0000-0000-0000-000000000000}"/>
          </ac:spMkLst>
        </pc:spChg>
      </pc:sldChg>
      <pc:sldChg chg="add del">
        <pc:chgData name="Alexey Malashonak" userId="52025583bffa8bdb" providerId="LiveId" clId="{11C5FCC3-8D8A-4B24-8FB4-6BCED8BE98B1}" dt="2026-08-31T09:28:23.721" v="920"/>
        <pc:sldMkLst>
          <pc:docMk/>
          <pc:sldMk cId="558237500" sldId="317"/>
        </pc:sldMkLst>
      </pc:sldChg>
      <pc:sldChg chg="add del">
        <pc:chgData name="Alexey Malashonak" userId="52025583bffa8bdb" providerId="LiveId" clId="{11C5FCC3-8D8A-4B24-8FB4-6BCED8BE98B1}" dt="2026-08-31T09:28:51.591" v="930"/>
        <pc:sldMkLst>
          <pc:docMk/>
          <pc:sldMk cId="1555869397" sldId="318"/>
        </pc:sldMkLst>
      </pc:sldChg>
      <pc:sldChg chg="modSp add mod">
        <pc:chgData name="Alexey Malashonak" userId="52025583bffa8bdb" providerId="LiveId" clId="{11C5FCC3-8D8A-4B24-8FB4-6BCED8BE98B1}" dt="2026-08-31T09:32:30.661" v="987" actId="255"/>
        <pc:sldMkLst>
          <pc:docMk/>
          <pc:sldMk cId="2723268757" sldId="319"/>
        </pc:sldMkLst>
        <pc:spChg chg="mod">
          <ac:chgData name="Alexey Malashonak" userId="52025583bffa8bdb" providerId="LiveId" clId="{11C5FCC3-8D8A-4B24-8FB4-6BCED8BE98B1}" dt="2026-08-31T09:31:40.029" v="950" actId="113"/>
          <ac:spMkLst>
            <pc:docMk/>
            <pc:sldMk cId="2723268757" sldId="319"/>
            <ac:spMk id="13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14.958" v="983" actId="255"/>
          <ac:spMkLst>
            <pc:docMk/>
            <pc:sldMk cId="2723268757" sldId="319"/>
            <ac:spMk id="14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11.463" v="982" actId="255"/>
          <ac:spMkLst>
            <pc:docMk/>
            <pc:sldMk cId="2723268757" sldId="319"/>
            <ac:spMk id="14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5.363" v="984" actId="255"/>
          <ac:spMkLst>
            <pc:docMk/>
            <pc:sldMk cId="2723268757" sldId="319"/>
            <ac:spMk id="14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7.811" v="985" actId="255"/>
          <ac:spMkLst>
            <pc:docMk/>
            <pc:sldMk cId="2723268757" sldId="319"/>
            <ac:spMk id="143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30.661" v="987" actId="255"/>
          <ac:spMkLst>
            <pc:docMk/>
            <pc:sldMk cId="2723268757" sldId="319"/>
            <ac:spMk id="144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9.380" v="986" actId="255"/>
          <ac:spMkLst>
            <pc:docMk/>
            <pc:sldMk cId="2723268757" sldId="319"/>
            <ac:spMk id="145" creationId="{00000000-0000-0000-0000-000000000000}"/>
          </ac:spMkLst>
        </pc:spChg>
      </pc:sldChg>
      <pc:sldChg chg="delSp modSp add mod ord">
        <pc:chgData name="Alexey Malashonak" userId="52025583bffa8bdb" providerId="LiveId" clId="{11C5FCC3-8D8A-4B24-8FB4-6BCED8BE98B1}" dt="2026-08-31T09:47:09.461" v="1243" actId="27636"/>
        <pc:sldMkLst>
          <pc:docMk/>
          <pc:sldMk cId="2524467379" sldId="320"/>
        </pc:sldMkLst>
        <pc:spChg chg="mod">
          <ac:chgData name="Alexey Malashonak" userId="52025583bffa8bdb" providerId="LiveId" clId="{11C5FCC3-8D8A-4B24-8FB4-6BCED8BE98B1}" dt="2026-08-31T09:42:06.457" v="1149" actId="20577"/>
          <ac:spMkLst>
            <pc:docMk/>
            <pc:sldMk cId="2524467379" sldId="320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8-31T09:47:09.461" v="1243" actId="27636"/>
          <ac:spMkLst>
            <pc:docMk/>
            <pc:sldMk cId="2524467379" sldId="320"/>
            <ac:spMk id="3" creationId="{395D3EC4-46A1-A411-92FC-D6D6575EFB2C}"/>
          </ac:spMkLst>
        </pc:spChg>
        <pc:spChg chg="del">
          <ac:chgData name="Alexey Malashonak" userId="52025583bffa8bdb" providerId="LiveId" clId="{11C5FCC3-8D8A-4B24-8FB4-6BCED8BE98B1}" dt="2026-08-31T09:41:35.414" v="1056" actId="478"/>
          <ac:spMkLst>
            <pc:docMk/>
            <pc:sldMk cId="2524467379" sldId="320"/>
            <ac:spMk id="5" creationId="{B5AF9FCE-1C4D-E903-5D85-78D2A28C319D}"/>
          </ac:spMkLst>
        </pc:spChg>
      </pc:sldChg>
      <pc:sldChg chg="addSp modSp add del mod">
        <pc:chgData name="Alexey Malashonak" userId="52025583bffa8bdb" providerId="LiveId" clId="{11C5FCC3-8D8A-4B24-8FB4-6BCED8BE98B1}" dt="2026-09-01T19:06:16.887" v="1415"/>
        <pc:sldMkLst>
          <pc:docMk/>
          <pc:sldMk cId="3965617058" sldId="321"/>
        </pc:sldMkLst>
        <pc:spChg chg="add mod">
          <ac:chgData name="Alexey Malashonak" userId="52025583bffa8bdb" providerId="LiveId" clId="{11C5FCC3-8D8A-4B24-8FB4-6BCED8BE98B1}" dt="2026-09-01T19:05:41.496" v="1400"/>
          <ac:spMkLst>
            <pc:docMk/>
            <pc:sldMk cId="3965617058" sldId="321"/>
            <ac:spMk id="5" creationId="{4A7B2470-6023-40BC-9DD2-781BD59390CF}"/>
          </ac:spMkLst>
        </pc:spChg>
        <pc:spChg chg="add mod">
          <ac:chgData name="Alexey Malashonak" userId="52025583bffa8bdb" providerId="LiveId" clId="{11C5FCC3-8D8A-4B24-8FB4-6BCED8BE98B1}" dt="2026-09-01T19:05:41.496" v="1403"/>
          <ac:spMkLst>
            <pc:docMk/>
            <pc:sldMk cId="3965617058" sldId="321"/>
            <ac:spMk id="6" creationId="{FA9F8EE0-9544-4042-8BF1-7A6535E0940D}"/>
          </ac:spMkLst>
        </pc:spChg>
        <pc:spChg chg="add mod">
          <ac:chgData name="Alexey Malashonak" userId="52025583bffa8bdb" providerId="LiveId" clId="{11C5FCC3-8D8A-4B24-8FB4-6BCED8BE98B1}" dt="2026-09-01T19:05:41.497" v="1406"/>
          <ac:spMkLst>
            <pc:docMk/>
            <pc:sldMk cId="3965617058" sldId="321"/>
            <ac:spMk id="7" creationId="{BA41B9D4-AD72-420B-AFBC-27B9CA8D2F57}"/>
          </ac:spMkLst>
        </pc:spChg>
        <pc:spChg chg="add mod">
          <ac:chgData name="Alexey Malashonak" userId="52025583bffa8bdb" providerId="LiveId" clId="{11C5FCC3-8D8A-4B24-8FB4-6BCED8BE98B1}" dt="2026-09-01T19:05:41.497" v="1410"/>
          <ac:spMkLst>
            <pc:docMk/>
            <pc:sldMk cId="3965617058" sldId="321"/>
            <ac:spMk id="8" creationId="{A69802F5-2E61-44E6-9636-FFC3F711C0EB}"/>
          </ac:spMkLst>
        </pc:spChg>
        <pc:spChg chg="add mod">
          <ac:chgData name="Alexey Malashonak" userId="52025583bffa8bdb" providerId="LiveId" clId="{11C5FCC3-8D8A-4B24-8FB4-6BCED8BE98B1}" dt="2026-09-01T19:05:41.498" v="1413"/>
          <ac:spMkLst>
            <pc:docMk/>
            <pc:sldMk cId="3965617058" sldId="321"/>
            <ac:spMk id="9" creationId="{D6C9D001-6FE9-4E04-B2C4-AA38849099FF}"/>
          </ac:spMkLst>
        </pc:spChg>
      </pc:sldChg>
      <pc:sldChg chg="delSp modSp add del mod">
        <pc:chgData name="Alexey Malashonak" userId="52025583bffa8bdb" providerId="LiveId" clId="{11C5FCC3-8D8A-4B24-8FB4-6BCED8BE98B1}" dt="2026-09-01T19:11:06.725" v="1553" actId="47"/>
        <pc:sldMkLst>
          <pc:docMk/>
          <pc:sldMk cId="4152699741" sldId="322"/>
        </pc:sldMkLst>
        <pc:spChg chg="mod">
          <ac:chgData name="Alexey Malashonak" userId="52025583bffa8bdb" providerId="LiveId" clId="{11C5FCC3-8D8A-4B24-8FB4-6BCED8BE98B1}" dt="2026-09-01T19:06:16.895" v="1416" actId="27636"/>
          <ac:spMkLst>
            <pc:docMk/>
            <pc:sldMk cId="4152699741" sldId="322"/>
            <ac:spMk id="2" creationId="{CC63AAD0-4F22-964B-836B-9424F41DB0A3}"/>
          </ac:spMkLst>
        </pc:spChg>
        <pc:spChg chg="mod">
          <ac:chgData name="Alexey Malashonak" userId="52025583bffa8bdb" providerId="LiveId" clId="{11C5FCC3-8D8A-4B24-8FB4-6BCED8BE98B1}" dt="2026-09-01T19:06:16.904" v="1418"/>
          <ac:spMkLst>
            <pc:docMk/>
            <pc:sldMk cId="4152699741" sldId="322"/>
            <ac:spMk id="4" creationId="{9AB1290F-CD9E-AA45-01C4-12B2F42319C5}"/>
          </ac:spMkLst>
        </pc:spChg>
        <pc:spChg chg="del">
          <ac:chgData name="Alexey Malashonak" userId="52025583bffa8bdb" providerId="LiveId" clId="{11C5FCC3-8D8A-4B24-8FB4-6BCED8BE98B1}" dt="2026-09-01T19:06:35.838" v="1419"/>
          <ac:spMkLst>
            <pc:docMk/>
            <pc:sldMk cId="4152699741" sldId="322"/>
            <ac:spMk id="5" creationId="{4A7B2470-6023-40BC-9DD2-781BD59390CF}"/>
          </ac:spMkLst>
        </pc:spChg>
        <pc:spChg chg="mod">
          <ac:chgData name="Alexey Malashonak" userId="52025583bffa8bdb" providerId="LiveId" clId="{11C5FCC3-8D8A-4B24-8FB4-6BCED8BE98B1}" dt="2026-09-01T19:06:35.839" v="1421"/>
          <ac:spMkLst>
            <pc:docMk/>
            <pc:sldMk cId="4152699741" sldId="322"/>
            <ac:spMk id="8" creationId="{A69802F5-2E61-44E6-9636-FFC3F711C0EB}"/>
          </ac:spMkLst>
        </pc:spChg>
      </pc:sldChg>
      <pc:sldChg chg="addSp delSp modSp add del mod">
        <pc:chgData name="Alexey Malashonak" userId="52025583bffa8bdb" providerId="LiveId" clId="{11C5FCC3-8D8A-4B24-8FB4-6BCED8BE98B1}" dt="2026-09-01T19:08:46.964" v="1494"/>
        <pc:sldMkLst>
          <pc:docMk/>
          <pc:sldMk cId="1697941948" sldId="323"/>
        </pc:sldMkLst>
        <pc:spChg chg="del">
          <ac:chgData name="Alexey Malashonak" userId="52025583bffa8bdb" providerId="LiveId" clId="{11C5FCC3-8D8A-4B24-8FB4-6BCED8BE98B1}" dt="2026-09-01T19:08:18.430" v="1474"/>
          <ac:spMkLst>
            <pc:docMk/>
            <pc:sldMk cId="1697941948" sldId="323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9-01T19:08:18.425" v="1441"/>
          <ac:spMkLst>
            <pc:docMk/>
            <pc:sldMk cId="1697941948" sldId="323"/>
            <ac:spMk id="4" creationId="{B915B92B-3473-1AA9-73A4-58F0B9686EBE}"/>
          </ac:spMkLst>
        </pc:spChg>
        <pc:spChg chg="mod">
          <ac:chgData name="Alexey Malashonak" userId="52025583bffa8bdb" providerId="LiveId" clId="{11C5FCC3-8D8A-4B24-8FB4-6BCED8BE98B1}" dt="2026-09-01T19:08:18.425" v="1446"/>
          <ac:spMkLst>
            <pc:docMk/>
            <pc:sldMk cId="1697941948" sldId="323"/>
            <ac:spMk id="5" creationId="{7ABAEB0A-8391-566D-E1BD-B30A59223C66}"/>
          </ac:spMkLst>
        </pc:spChg>
        <pc:spChg chg="mod">
          <ac:chgData name="Alexey Malashonak" userId="52025583bffa8bdb" providerId="LiveId" clId="{11C5FCC3-8D8A-4B24-8FB4-6BCED8BE98B1}" dt="2026-09-01T19:08:18.425" v="1444"/>
          <ac:spMkLst>
            <pc:docMk/>
            <pc:sldMk cId="1697941948" sldId="323"/>
            <ac:spMk id="6" creationId="{7F4C67F2-65A6-BA91-D3F2-F88026957648}"/>
          </ac:spMkLst>
        </pc:spChg>
        <pc:spChg chg="mod">
          <ac:chgData name="Alexey Malashonak" userId="52025583bffa8bdb" providerId="LiveId" clId="{11C5FCC3-8D8A-4B24-8FB4-6BCED8BE98B1}" dt="2026-09-01T19:08:18.426" v="1449"/>
          <ac:spMkLst>
            <pc:docMk/>
            <pc:sldMk cId="1697941948" sldId="323"/>
            <ac:spMk id="7" creationId="{0A9D9A38-4DD4-29BF-C7E2-E1F48C541DC3}"/>
          </ac:spMkLst>
        </pc:spChg>
        <pc:spChg chg="add mod">
          <ac:chgData name="Alexey Malashonak" userId="52025583bffa8bdb" providerId="LiveId" clId="{11C5FCC3-8D8A-4B24-8FB4-6BCED8BE98B1}" dt="2026-09-01T19:08:18.435" v="1478"/>
          <ac:spMkLst>
            <pc:docMk/>
            <pc:sldMk cId="1697941948" sldId="323"/>
            <ac:spMk id="8" creationId="{98AF008D-36C2-4BB7-9A9A-96A0AA1295EF}"/>
          </ac:spMkLst>
        </pc:spChg>
        <pc:spChg chg="add mod">
          <ac:chgData name="Alexey Malashonak" userId="52025583bffa8bdb" providerId="LiveId" clId="{11C5FCC3-8D8A-4B24-8FB4-6BCED8BE98B1}" dt="2026-09-01T19:08:18.438" v="1480"/>
          <ac:spMkLst>
            <pc:docMk/>
            <pc:sldMk cId="1697941948" sldId="323"/>
            <ac:spMk id="12" creationId="{71D20191-A4EA-4F9B-BBCB-BDEC896C8D7E}"/>
          </ac:spMkLst>
        </pc:spChg>
        <pc:spChg chg="add mod">
          <ac:chgData name="Alexey Malashonak" userId="52025583bffa8bdb" providerId="LiveId" clId="{11C5FCC3-8D8A-4B24-8FB4-6BCED8BE98B1}" dt="2026-09-01T19:08:18.439" v="1484"/>
          <ac:spMkLst>
            <pc:docMk/>
            <pc:sldMk cId="1697941948" sldId="323"/>
            <ac:spMk id="13" creationId="{A204B59D-DAD8-44CA-824F-27201ACD59E3}"/>
          </ac:spMkLst>
        </pc:spChg>
        <pc:spChg chg="add mod">
          <ac:chgData name="Alexey Malashonak" userId="52025583bffa8bdb" providerId="LiveId" clId="{11C5FCC3-8D8A-4B24-8FB4-6BCED8BE98B1}" dt="2026-09-01T19:08:18.440" v="1486"/>
          <ac:spMkLst>
            <pc:docMk/>
            <pc:sldMk cId="1697941948" sldId="323"/>
            <ac:spMk id="14" creationId="{E3F04DBC-F971-4473-8ABC-FE0056123306}"/>
          </ac:spMkLst>
        </pc:spChg>
        <pc:spChg chg="add mod">
          <ac:chgData name="Alexey Malashonak" userId="52025583bffa8bdb" providerId="LiveId" clId="{11C5FCC3-8D8A-4B24-8FB4-6BCED8BE98B1}" dt="2026-09-01T19:08:18.440" v="1490"/>
          <ac:spMkLst>
            <pc:docMk/>
            <pc:sldMk cId="1697941948" sldId="323"/>
            <ac:spMk id="15" creationId="{D12A68D5-DE33-4A5D-9581-2A1AB56471E2}"/>
          </ac:spMkLst>
        </pc:spChg>
        <pc:spChg chg="add mod">
          <ac:chgData name="Alexey Malashonak" userId="52025583bffa8bdb" providerId="LiveId" clId="{11C5FCC3-8D8A-4B24-8FB4-6BCED8BE98B1}" dt="2026-09-01T19:08:18.441" v="1492"/>
          <ac:spMkLst>
            <pc:docMk/>
            <pc:sldMk cId="1697941948" sldId="323"/>
            <ac:spMk id="16" creationId="{5C1B0AFA-DDBE-4FDC-9214-FF634117A6C0}"/>
          </ac:spMkLst>
        </pc:spChg>
        <pc:spChg chg="mod">
          <ac:chgData name="Alexey Malashonak" userId="52025583bffa8bdb" providerId="LiveId" clId="{11C5FCC3-8D8A-4B24-8FB4-6BCED8BE98B1}" dt="2026-09-01T19:08:18.429" v="1469"/>
          <ac:spMkLst>
            <pc:docMk/>
            <pc:sldMk cId="1697941948" sldId="323"/>
            <ac:spMk id="18" creationId="{BD00024F-0DB4-32E1-AA6E-F598B1674106}"/>
          </ac:spMkLst>
        </pc:spChg>
        <pc:spChg chg="mod">
          <ac:chgData name="Alexey Malashonak" userId="52025583bffa8bdb" providerId="LiveId" clId="{11C5FCC3-8D8A-4B24-8FB4-6BCED8BE98B1}" dt="2026-09-01T19:08:18.429" v="1473"/>
          <ac:spMkLst>
            <pc:docMk/>
            <pc:sldMk cId="1697941948" sldId="323"/>
            <ac:spMk id="19" creationId="{F6CF1537-554C-C1F0-1C41-3C8C2B18B242}"/>
          </ac:spMkLst>
        </pc:spChg>
        <pc:cxnChg chg="mod">
          <ac:chgData name="Alexey Malashonak" userId="52025583bffa8bdb" providerId="LiveId" clId="{11C5FCC3-8D8A-4B24-8FB4-6BCED8BE98B1}" dt="2026-09-01T19:08:18.427" v="1453"/>
          <ac:cxnSpMkLst>
            <pc:docMk/>
            <pc:sldMk cId="1697941948" sldId="323"/>
            <ac:cxnSpMk id="9" creationId="{827EB041-A3BE-CDED-FBBE-A8AD37CCA105}"/>
          </ac:cxnSpMkLst>
        </pc:cxnChg>
        <pc:cxnChg chg="mod">
          <ac:chgData name="Alexey Malashonak" userId="52025583bffa8bdb" providerId="LiveId" clId="{11C5FCC3-8D8A-4B24-8FB4-6BCED8BE98B1}" dt="2026-09-01T19:08:18.428" v="1461"/>
          <ac:cxnSpMkLst>
            <pc:docMk/>
            <pc:sldMk cId="1697941948" sldId="323"/>
            <ac:cxnSpMk id="10" creationId="{76ED4E98-765A-1AFE-0F73-428BFD773F81}"/>
          </ac:cxnSpMkLst>
        </pc:cxnChg>
        <pc:cxnChg chg="mod">
          <ac:chgData name="Alexey Malashonak" userId="52025583bffa8bdb" providerId="LiveId" clId="{11C5FCC3-8D8A-4B24-8FB4-6BCED8BE98B1}" dt="2026-09-01T19:08:18.427" v="1457"/>
          <ac:cxnSpMkLst>
            <pc:docMk/>
            <pc:sldMk cId="1697941948" sldId="323"/>
            <ac:cxnSpMk id="11" creationId="{86B77E62-139B-7478-1CAA-99FB4CE45115}"/>
          </ac:cxnSpMkLst>
        </pc:cxnChg>
        <pc:cxnChg chg="mod">
          <ac:chgData name="Alexey Malashonak" userId="52025583bffa8bdb" providerId="LiveId" clId="{11C5FCC3-8D8A-4B24-8FB4-6BCED8BE98B1}" dt="2026-09-01T19:08:18.428" v="1465"/>
          <ac:cxnSpMkLst>
            <pc:docMk/>
            <pc:sldMk cId="1697941948" sldId="323"/>
            <ac:cxnSpMk id="17" creationId="{17391B1F-634C-470E-A677-49B172CCEB2C}"/>
          </ac:cxnSpMkLst>
        </pc:cxnChg>
      </pc:sldChg>
      <pc:sldChg chg="modSp add del mod">
        <pc:chgData name="Alexey Malashonak" userId="52025583bffa8bdb" providerId="LiveId" clId="{11C5FCC3-8D8A-4B24-8FB4-6BCED8BE98B1}" dt="2026-09-01T19:10:27.520" v="1548"/>
        <pc:sldMkLst>
          <pc:docMk/>
          <pc:sldMk cId="2390463539" sldId="324"/>
        </pc:sldMkLst>
        <pc:spChg chg="mod">
          <ac:chgData name="Alexey Malashonak" userId="52025583bffa8bdb" providerId="LiveId" clId="{11C5FCC3-8D8A-4B24-8FB4-6BCED8BE98B1}" dt="2026-09-01T19:09:29.495" v="1523"/>
          <ac:spMkLst>
            <pc:docMk/>
            <pc:sldMk cId="2390463539" sldId="324"/>
            <ac:spMk id="8" creationId="{98AF008D-36C2-4BB7-9A9A-96A0AA1295EF}"/>
          </ac:spMkLst>
        </pc:spChg>
        <pc:spChg chg="mod">
          <ac:chgData name="Alexey Malashonak" userId="52025583bffa8bdb" providerId="LiveId" clId="{11C5FCC3-8D8A-4B24-8FB4-6BCED8BE98B1}" dt="2026-09-01T19:09:29.495" v="1528"/>
          <ac:spMkLst>
            <pc:docMk/>
            <pc:sldMk cId="2390463539" sldId="324"/>
            <ac:spMk id="12" creationId="{71D20191-A4EA-4F9B-BBCB-BDEC896C8D7E}"/>
          </ac:spMkLst>
        </pc:spChg>
        <pc:spChg chg="mod">
          <ac:chgData name="Alexey Malashonak" userId="52025583bffa8bdb" providerId="LiveId" clId="{11C5FCC3-8D8A-4B24-8FB4-6BCED8BE98B1}" dt="2026-09-01T19:09:29.495" v="1525"/>
          <ac:spMkLst>
            <pc:docMk/>
            <pc:sldMk cId="2390463539" sldId="324"/>
            <ac:spMk id="13" creationId="{A204B59D-DAD8-44CA-824F-27201ACD59E3}"/>
          </ac:spMkLst>
        </pc:spChg>
        <pc:spChg chg="mod">
          <ac:chgData name="Alexey Malashonak" userId="52025583bffa8bdb" providerId="LiveId" clId="{11C5FCC3-8D8A-4B24-8FB4-6BCED8BE98B1}" dt="2026-09-01T19:09:29.496" v="1529"/>
          <ac:spMkLst>
            <pc:docMk/>
            <pc:sldMk cId="2390463539" sldId="324"/>
            <ac:spMk id="14" creationId="{E3F04DBC-F971-4473-8ABC-FE0056123306}"/>
          </ac:spMkLst>
        </pc:spChg>
        <pc:spChg chg="mod">
          <ac:chgData name="Alexey Malashonak" userId="52025583bffa8bdb" providerId="LiveId" clId="{11C5FCC3-8D8A-4B24-8FB4-6BCED8BE98B1}" dt="2026-09-01T19:09:29.495" v="1527"/>
          <ac:spMkLst>
            <pc:docMk/>
            <pc:sldMk cId="2390463539" sldId="324"/>
            <ac:spMk id="15" creationId="{D12A68D5-DE33-4A5D-9581-2A1AB56471E2}"/>
          </ac:spMkLst>
        </pc:spChg>
        <pc:spChg chg="mod">
          <ac:chgData name="Alexey Malashonak" userId="52025583bffa8bdb" providerId="LiveId" clId="{11C5FCC3-8D8A-4B24-8FB4-6BCED8BE98B1}" dt="2026-09-01T19:09:29.496" v="1530"/>
          <ac:spMkLst>
            <pc:docMk/>
            <pc:sldMk cId="2390463539" sldId="324"/>
            <ac:spMk id="16" creationId="{5C1B0AFA-DDBE-4FDC-9214-FF634117A6C0}"/>
          </ac:spMkLst>
        </pc:spChg>
        <pc:spChg chg="mod">
          <ac:chgData name="Alexey Malashonak" userId="52025583bffa8bdb" providerId="LiveId" clId="{11C5FCC3-8D8A-4B24-8FB4-6BCED8BE98B1}" dt="2026-09-01T19:10:17.154" v="1546"/>
          <ac:spMkLst>
            <pc:docMk/>
            <pc:sldMk cId="2390463539" sldId="324"/>
            <ac:spMk id="18" creationId="{BD00024F-0DB4-32E1-AA6E-F598B1674106}"/>
          </ac:spMkLst>
        </pc:spChg>
        <pc:spChg chg="mod">
          <ac:chgData name="Alexey Malashonak" userId="52025583bffa8bdb" providerId="LiveId" clId="{11C5FCC3-8D8A-4B24-8FB4-6BCED8BE98B1}" dt="2026-09-01T19:10:17.153" v="1542"/>
          <ac:spMkLst>
            <pc:docMk/>
            <pc:sldMk cId="2390463539" sldId="324"/>
            <ac:spMk id="19" creationId="{F6CF1537-554C-C1F0-1C41-3C8C2B18B242}"/>
          </ac:spMkLst>
        </pc:spChg>
      </pc:sldChg>
      <pc:sldChg chg="delSp modSp add del mod">
        <pc:chgData name="Alexey Malashonak" userId="52025583bffa8bdb" providerId="LiveId" clId="{11C5FCC3-8D8A-4B24-8FB4-6BCED8BE98B1}" dt="2026-09-01T21:06:45.034" v="2147"/>
        <pc:sldMkLst>
          <pc:docMk/>
          <pc:sldMk cId="431883503" sldId="325"/>
        </pc:sldMkLst>
        <pc:spChg chg="mod">
          <ac:chgData name="Alexey Malashonak" userId="52025583bffa8bdb" providerId="LiveId" clId="{11C5FCC3-8D8A-4B24-8FB4-6BCED8BE98B1}" dt="2026-09-01T21:06:26.564" v="2107"/>
          <ac:spMkLst>
            <pc:docMk/>
            <pc:sldMk cId="431883503" sldId="325"/>
            <ac:spMk id="4" creationId="{B915B92B-3473-1AA9-73A4-58F0B9686EBE}"/>
          </ac:spMkLst>
        </pc:spChg>
        <pc:spChg chg="mod">
          <ac:chgData name="Alexey Malashonak" userId="52025583bffa8bdb" providerId="LiveId" clId="{11C5FCC3-8D8A-4B24-8FB4-6BCED8BE98B1}" dt="2026-09-01T21:06:26.565" v="2111"/>
          <ac:spMkLst>
            <pc:docMk/>
            <pc:sldMk cId="431883503" sldId="325"/>
            <ac:spMk id="5" creationId="{7ABAEB0A-8391-566D-E1BD-B30A59223C66}"/>
          </ac:spMkLst>
        </pc:spChg>
        <pc:spChg chg="mod">
          <ac:chgData name="Alexey Malashonak" userId="52025583bffa8bdb" providerId="LiveId" clId="{11C5FCC3-8D8A-4B24-8FB4-6BCED8BE98B1}" dt="2026-09-01T21:06:26.567" v="2115"/>
          <ac:spMkLst>
            <pc:docMk/>
            <pc:sldMk cId="431883503" sldId="325"/>
            <ac:spMk id="6" creationId="{7F4C67F2-65A6-BA91-D3F2-F88026957648}"/>
          </ac:spMkLst>
        </pc:spChg>
        <pc:spChg chg="mod">
          <ac:chgData name="Alexey Malashonak" userId="52025583bffa8bdb" providerId="LiveId" clId="{11C5FCC3-8D8A-4B24-8FB4-6BCED8BE98B1}" dt="2026-09-01T21:06:26.568" v="2119"/>
          <ac:spMkLst>
            <pc:docMk/>
            <pc:sldMk cId="431883503" sldId="325"/>
            <ac:spMk id="7" creationId="{0A9D9A38-4DD4-29BF-C7E2-E1F48C541DC3}"/>
          </ac:spMkLst>
        </pc:spChg>
        <pc:spChg chg="mod">
          <ac:chgData name="Alexey Malashonak" userId="52025583bffa8bdb" providerId="LiveId" clId="{11C5FCC3-8D8A-4B24-8FB4-6BCED8BE98B1}" dt="2026-09-01T21:00:45.414" v="2098" actId="14100"/>
          <ac:spMkLst>
            <pc:docMk/>
            <pc:sldMk cId="431883503" sldId="325"/>
            <ac:spMk id="8" creationId="{98AF008D-36C2-4BB7-9A9A-96A0AA1295EF}"/>
          </ac:spMkLst>
        </pc:spChg>
        <pc:spChg chg="mod">
          <ac:chgData name="Alexey Malashonak" userId="52025583bffa8bdb" providerId="LiveId" clId="{11C5FCC3-8D8A-4B24-8FB4-6BCED8BE98B1}" dt="2026-09-01T21:00:45.414" v="2098" actId="14100"/>
          <ac:spMkLst>
            <pc:docMk/>
            <pc:sldMk cId="431883503" sldId="325"/>
            <ac:spMk id="13" creationId="{A204B59D-DAD8-44CA-824F-27201ACD59E3}"/>
          </ac:spMkLst>
        </pc:spChg>
        <pc:spChg chg="mod">
          <ac:chgData name="Alexey Malashonak" userId="52025583bffa8bdb" providerId="LiveId" clId="{11C5FCC3-8D8A-4B24-8FB4-6BCED8BE98B1}" dt="2026-09-01T21:00:45.414" v="2098" actId="14100"/>
          <ac:spMkLst>
            <pc:docMk/>
            <pc:sldMk cId="431883503" sldId="325"/>
            <ac:spMk id="15" creationId="{D12A68D5-DE33-4A5D-9581-2A1AB56471E2}"/>
          </ac:spMkLst>
        </pc:spChg>
        <pc:spChg chg="mod">
          <ac:chgData name="Alexey Malashonak" userId="52025583bffa8bdb" providerId="LiveId" clId="{11C5FCC3-8D8A-4B24-8FB4-6BCED8BE98B1}" dt="2026-09-01T21:06:26.570" v="2139"/>
          <ac:spMkLst>
            <pc:docMk/>
            <pc:sldMk cId="431883503" sldId="325"/>
            <ac:spMk id="18" creationId="{BD00024F-0DB4-32E1-AA6E-F598B1674106}"/>
          </ac:spMkLst>
        </pc:spChg>
        <pc:spChg chg="mod">
          <ac:chgData name="Alexey Malashonak" userId="52025583bffa8bdb" providerId="LiveId" clId="{11C5FCC3-8D8A-4B24-8FB4-6BCED8BE98B1}" dt="2026-09-01T21:06:26.569" v="2135"/>
          <ac:spMkLst>
            <pc:docMk/>
            <pc:sldMk cId="431883503" sldId="325"/>
            <ac:spMk id="19" creationId="{F6CF1537-554C-C1F0-1C41-3C8C2B18B242}"/>
          </ac:spMkLst>
        </pc:spChg>
        <pc:cxnChg chg="mod">
          <ac:chgData name="Alexey Malashonak" userId="52025583bffa8bdb" providerId="LiveId" clId="{11C5FCC3-8D8A-4B24-8FB4-6BCED8BE98B1}" dt="2026-09-01T21:06:26.568" v="2123"/>
          <ac:cxnSpMkLst>
            <pc:docMk/>
            <pc:sldMk cId="431883503" sldId="325"/>
            <ac:cxnSpMk id="9" creationId="{827EB041-A3BE-CDED-FBBE-A8AD37CCA105}"/>
          </ac:cxnSpMkLst>
        </pc:cxnChg>
        <pc:cxnChg chg="mod">
          <ac:chgData name="Alexey Malashonak" userId="52025583bffa8bdb" providerId="LiveId" clId="{11C5FCC3-8D8A-4B24-8FB4-6BCED8BE98B1}" dt="2026-09-01T21:06:26.569" v="2131"/>
          <ac:cxnSpMkLst>
            <pc:docMk/>
            <pc:sldMk cId="431883503" sldId="325"/>
            <ac:cxnSpMk id="10" creationId="{76ED4E98-765A-1AFE-0F73-428BFD773F81}"/>
          </ac:cxnSpMkLst>
        </pc:cxnChg>
        <pc:cxnChg chg="mod">
          <ac:chgData name="Alexey Malashonak" userId="52025583bffa8bdb" providerId="LiveId" clId="{11C5FCC3-8D8A-4B24-8FB4-6BCED8BE98B1}" dt="2026-09-01T21:06:26.568" v="2127"/>
          <ac:cxnSpMkLst>
            <pc:docMk/>
            <pc:sldMk cId="431883503" sldId="325"/>
            <ac:cxnSpMk id="11" creationId="{86B77E62-139B-7478-1CAA-99FB4CE45115}"/>
          </ac:cxnSpMkLst>
        </pc:cxnChg>
        <pc:cxnChg chg="del mod">
          <ac:chgData name="Alexey Malashonak" userId="52025583bffa8bdb" providerId="LiveId" clId="{11C5FCC3-8D8A-4B24-8FB4-6BCED8BE98B1}" dt="2026-09-01T21:06:26.570" v="2140"/>
          <ac:cxnSpMkLst>
            <pc:docMk/>
            <pc:sldMk cId="431883503" sldId="325"/>
            <ac:cxnSpMk id="17" creationId="{17391B1F-634C-470E-A677-49B172CCEB2C}"/>
          </ac:cxnSpMkLst>
        </pc:cxnChg>
      </pc:sldChg>
      <pc:sldChg chg="add ord setBg">
        <pc:chgData name="Alexey Malashonak" userId="52025583bffa8bdb" providerId="LiveId" clId="{11C5FCC3-8D8A-4B24-8FB4-6BCED8BE98B1}" dt="2026-09-01T19:40:56.827" v="1636"/>
        <pc:sldMkLst>
          <pc:docMk/>
          <pc:sldMk cId="1385245630" sldId="326"/>
        </pc:sldMkLst>
      </pc:sldChg>
      <pc:sldChg chg="addSp delSp modSp add del mod setBg">
        <pc:chgData name="Alexey Malashonak" userId="52025583bffa8bdb" providerId="LiveId" clId="{11C5FCC3-8D8A-4B24-8FB4-6BCED8BE98B1}" dt="2026-09-01T19:40:28.410" v="1628" actId="2890"/>
        <pc:sldMkLst>
          <pc:docMk/>
          <pc:sldMk cId="1738210385" sldId="326"/>
        </pc:sldMkLst>
        <pc:spChg chg="mod">
          <ac:chgData name="Alexey Malashonak" userId="52025583bffa8bdb" providerId="LiveId" clId="{11C5FCC3-8D8A-4B24-8FB4-6BCED8BE98B1}" dt="2026-09-01T19:40:27.881" v="1625" actId="20577"/>
          <ac:spMkLst>
            <pc:docMk/>
            <pc:sldMk cId="1738210385" sldId="326"/>
            <ac:spMk id="2" creationId="{090EAC2A-5706-C65F-88DE-7DA698789FBD}"/>
          </ac:spMkLst>
        </pc:spChg>
        <pc:spChg chg="add del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3" creationId="{395D3EC4-46A1-A411-92FC-D6D6575EFB2C}"/>
          </ac:spMkLst>
        </pc:spChg>
        <pc:spChg chg="add del mod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5" creationId="{EA865297-1AD2-BA1A-BE10-71A833859C61}"/>
          </ac:spMkLst>
        </pc:spChg>
        <pc:spChg chg="add del mod">
          <ac:chgData name="Alexey Malashonak" userId="52025583bffa8bdb" providerId="LiveId" clId="{11C5FCC3-8D8A-4B24-8FB4-6BCED8BE98B1}" dt="2026-09-01T19:40:27.045" v="1620" actId="478"/>
          <ac:spMkLst>
            <pc:docMk/>
            <pc:sldMk cId="1738210385" sldId="326"/>
            <ac:spMk id="9" creationId="{C102DBCC-825F-A55C-A493-46E0D0564A69}"/>
          </ac:spMkLst>
        </pc:spChg>
        <pc:spChg chg="add del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100" creationId="{00000000-0000-0000-0000-000000000000}"/>
          </ac:spMkLst>
        </pc:spChg>
        <pc:spChg chg="add del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101" creationId="{00000000-0000-0000-0000-000000000000}"/>
          </ac:spMkLst>
        </pc:spChg>
        <pc:spChg chg="add del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102" creationId="{00000000-0000-0000-0000-000000000000}"/>
          </ac:spMkLst>
        </pc:spChg>
        <pc:spChg chg="add del">
          <ac:chgData name="Alexey Malashonak" userId="52025583bffa8bdb" providerId="LiveId" clId="{11C5FCC3-8D8A-4B24-8FB4-6BCED8BE98B1}" dt="2026-09-01T19:40:28.234" v="1627" actId="478"/>
          <ac:spMkLst>
            <pc:docMk/>
            <pc:sldMk cId="1738210385" sldId="326"/>
            <ac:spMk id="103" creationId="{00000000-0000-0000-0000-000000000000}"/>
          </ac:spMkLst>
        </pc:spChg>
        <pc:picChg chg="add del mod ord">
          <ac:chgData name="Alexey Malashonak" userId="52025583bffa8bdb" providerId="LiveId" clId="{11C5FCC3-8D8A-4B24-8FB4-6BCED8BE98B1}" dt="2026-09-01T19:40:28.061" v="1626" actId="22"/>
          <ac:picMkLst>
            <pc:docMk/>
            <pc:sldMk cId="1738210385" sldId="326"/>
            <ac:picMk id="7" creationId="{8A5488E7-BCCD-BA3E-E7C8-DBC44D0EAE39}"/>
          </ac:picMkLst>
        </pc:picChg>
        <pc:picChg chg="add del mod ord">
          <ac:chgData name="Alexey Malashonak" userId="52025583bffa8bdb" providerId="LiveId" clId="{11C5FCC3-8D8A-4B24-8FB4-6BCED8BE98B1}" dt="2026-09-01T19:40:26.875" v="1619" actId="22"/>
          <ac:picMkLst>
            <pc:docMk/>
            <pc:sldMk cId="1738210385" sldId="326"/>
            <ac:picMk id="11" creationId="{2B06CC90-25E1-3154-E214-08AF3110EC8F}"/>
          </ac:picMkLst>
        </pc:picChg>
        <pc:picChg chg="add del">
          <ac:chgData name="Alexey Malashonak" userId="52025583bffa8bdb" providerId="LiveId" clId="{11C5FCC3-8D8A-4B24-8FB4-6BCED8BE98B1}" dt="2026-09-01T19:40:28.234" v="1627" actId="478"/>
          <ac:picMkLst>
            <pc:docMk/>
            <pc:sldMk cId="1738210385" sldId="326"/>
            <ac:picMk id="113" creationId="{00000000-0000-0000-0000-000000000000}"/>
          </ac:picMkLst>
        </pc:picChg>
        <pc:picChg chg="add del">
          <ac:chgData name="Alexey Malashonak" userId="52025583bffa8bdb" providerId="LiveId" clId="{11C5FCC3-8D8A-4B24-8FB4-6BCED8BE98B1}" dt="2026-09-01T19:40:28.234" v="1627" actId="478"/>
          <ac:picMkLst>
            <pc:docMk/>
            <pc:sldMk cId="1738210385" sldId="326"/>
            <ac:picMk id="114" creationId="{00000000-0000-0000-0000-000000000000}"/>
          </ac:picMkLst>
        </pc:picChg>
        <pc:picChg chg="add del">
          <ac:chgData name="Alexey Malashonak" userId="52025583bffa8bdb" providerId="LiveId" clId="{11C5FCC3-8D8A-4B24-8FB4-6BCED8BE98B1}" dt="2026-09-01T19:40:28.234" v="1627" actId="478"/>
          <ac:picMkLst>
            <pc:docMk/>
            <pc:sldMk cId="1738210385" sldId="326"/>
            <ac:picMk id="115" creationId="{00000000-0000-0000-0000-000000000000}"/>
          </ac:picMkLst>
        </pc:picChg>
        <pc:picChg chg="add del">
          <ac:chgData name="Alexey Malashonak" userId="52025583bffa8bdb" providerId="LiveId" clId="{11C5FCC3-8D8A-4B24-8FB4-6BCED8BE98B1}" dt="2026-09-01T19:40:28.234" v="1627" actId="478"/>
          <ac:picMkLst>
            <pc:docMk/>
            <pc:sldMk cId="1738210385" sldId="326"/>
            <ac:picMk id="116" creationId="{00000000-0000-0000-0000-000000000000}"/>
          </ac:picMkLst>
        </pc:picChg>
      </pc:sldChg>
      <pc:sldChg chg="addSp delSp modSp new mod">
        <pc:chgData name="Alexey Malashonak" userId="52025583bffa8bdb" providerId="LiveId" clId="{11C5FCC3-8D8A-4B24-8FB4-6BCED8BE98B1}" dt="2026-09-01T19:45:48.341" v="1681" actId="313"/>
        <pc:sldMkLst>
          <pc:docMk/>
          <pc:sldMk cId="3957797320" sldId="327"/>
        </pc:sldMkLst>
        <pc:spChg chg="mod">
          <ac:chgData name="Alexey Malashonak" userId="52025583bffa8bdb" providerId="LiveId" clId="{11C5FCC3-8D8A-4B24-8FB4-6BCED8BE98B1}" dt="2026-09-01T19:45:48.341" v="1681" actId="313"/>
          <ac:spMkLst>
            <pc:docMk/>
            <pc:sldMk cId="3957797320" sldId="327"/>
            <ac:spMk id="2" creationId="{51565620-9C4D-33AE-02D9-2007D19ECB49}"/>
          </ac:spMkLst>
        </pc:spChg>
        <pc:spChg chg="del">
          <ac:chgData name="Alexey Malashonak" userId="52025583bffa8bdb" providerId="LiveId" clId="{11C5FCC3-8D8A-4B24-8FB4-6BCED8BE98B1}" dt="2026-09-01T19:45:35.621" v="1660" actId="22"/>
          <ac:spMkLst>
            <pc:docMk/>
            <pc:sldMk cId="3957797320" sldId="327"/>
            <ac:spMk id="3" creationId="{4C08BCA0-163F-C5B9-BA92-A79CF8B42E51}"/>
          </ac:spMkLst>
        </pc:spChg>
        <pc:picChg chg="add mod ord">
          <ac:chgData name="Alexey Malashonak" userId="52025583bffa8bdb" providerId="LiveId" clId="{11C5FCC3-8D8A-4B24-8FB4-6BCED8BE98B1}" dt="2026-09-01T19:45:38.260" v="1662" actId="14100"/>
          <ac:picMkLst>
            <pc:docMk/>
            <pc:sldMk cId="3957797320" sldId="327"/>
            <ac:picMk id="5" creationId="{5491BCEE-AF19-FFDC-3178-C7C627D96DBC}"/>
          </ac:picMkLst>
        </pc:picChg>
      </pc:sldChg>
      <pc:sldChg chg="modSp add del mod">
        <pc:chgData name="Alexey Malashonak" userId="52025583bffa8bdb" providerId="LiveId" clId="{11C5FCC3-8D8A-4B24-8FB4-6BCED8BE98B1}" dt="2026-09-01T21:07:19.784" v="2169"/>
        <pc:sldMkLst>
          <pc:docMk/>
          <pc:sldMk cId="2601562344" sldId="328"/>
        </pc:sldMkLst>
        <pc:spChg chg="mod">
          <ac:chgData name="Alexey Malashonak" userId="52025583bffa8bdb" providerId="LiveId" clId="{11C5FCC3-8D8A-4B24-8FB4-6BCED8BE98B1}" dt="2026-09-01T21:07:14.605" v="2163"/>
          <ac:spMkLst>
            <pc:docMk/>
            <pc:sldMk cId="2601562344" sldId="328"/>
            <ac:spMk id="18" creationId="{BD00024F-0DB4-32E1-AA6E-F598B1674106}"/>
          </ac:spMkLst>
        </pc:spChg>
        <pc:spChg chg="mod">
          <ac:chgData name="Alexey Malashonak" userId="52025583bffa8bdb" providerId="LiveId" clId="{11C5FCC3-8D8A-4B24-8FB4-6BCED8BE98B1}" dt="2026-09-01T21:07:14.605" v="2167"/>
          <ac:spMkLst>
            <pc:docMk/>
            <pc:sldMk cId="2601562344" sldId="328"/>
            <ac:spMk id="19" creationId="{F6CF1537-554C-C1F0-1C41-3C8C2B18B242}"/>
          </ac:spMkLst>
        </pc:spChg>
      </pc:sldChg>
      <pc:sldChg chg="modSp new del mod">
        <pc:chgData name="Alexey Malashonak" userId="52025583bffa8bdb" providerId="LiveId" clId="{11C5FCC3-8D8A-4B24-8FB4-6BCED8BE98B1}" dt="2026-09-01T20:30:08.337" v="1939" actId="47"/>
        <pc:sldMkLst>
          <pc:docMk/>
          <pc:sldMk cId="3496595445" sldId="328"/>
        </pc:sldMkLst>
        <pc:spChg chg="mod">
          <ac:chgData name="Alexey Malashonak" userId="52025583bffa8bdb" providerId="LiveId" clId="{11C5FCC3-8D8A-4B24-8FB4-6BCED8BE98B1}" dt="2026-09-01T20:29:17.972" v="1936" actId="20577"/>
          <ac:spMkLst>
            <pc:docMk/>
            <pc:sldMk cId="3496595445" sldId="328"/>
            <ac:spMk id="3" creationId="{568C5A8F-D8B4-7B18-CC56-486E91C63A11}"/>
          </ac:spMkLst>
        </pc:spChg>
      </pc:sldChg>
      <pc:sldChg chg="add del">
        <pc:chgData name="Alexey Malashonak" userId="52025583bffa8bdb" providerId="LiveId" clId="{11C5FCC3-8D8A-4B24-8FB4-6BCED8BE98B1}" dt="2026-09-01T21:07:41.199" v="2171"/>
        <pc:sldMkLst>
          <pc:docMk/>
          <pc:sldMk cId="1625578737" sldId="329"/>
        </pc:sldMkLst>
      </pc:sldChg>
      <pc:sldChg chg="modSp add del mod">
        <pc:chgData name="Alexey Malashonak" userId="52025583bffa8bdb" providerId="LiveId" clId="{11C5FCC3-8D8A-4B24-8FB4-6BCED8BE98B1}" dt="2026-09-01T21:08:11.356" v="2174"/>
        <pc:sldMkLst>
          <pc:docMk/>
          <pc:sldMk cId="1142066978" sldId="330"/>
        </pc:sldMkLst>
        <pc:spChg chg="mod">
          <ac:chgData name="Alexey Malashonak" userId="52025583bffa8bdb" providerId="LiveId" clId="{11C5FCC3-8D8A-4B24-8FB4-6BCED8BE98B1}" dt="2026-09-01T21:07:44.885" v="2172"/>
          <ac:spMkLst>
            <pc:docMk/>
            <pc:sldMk cId="1142066978" sldId="330"/>
            <ac:spMk id="19" creationId="{F6CF1537-554C-C1F0-1C41-3C8C2B18B242}"/>
          </ac:spMkLst>
        </pc:spChg>
      </pc:sldChg>
      <pc:sldChg chg="modSp add mod">
        <pc:chgData name="Alexey Malashonak" userId="52025583bffa8bdb" providerId="LiveId" clId="{11C5FCC3-8D8A-4B24-8FB4-6BCED8BE98B1}" dt="2026-09-01T21:12:32.929" v="2188" actId="1076"/>
        <pc:sldMkLst>
          <pc:docMk/>
          <pc:sldMk cId="2256120068" sldId="331"/>
        </pc:sldMkLst>
        <pc:spChg chg="mod">
          <ac:chgData name="Alexey Malashonak" userId="52025583bffa8bdb" providerId="LiveId" clId="{11C5FCC3-8D8A-4B24-8FB4-6BCED8BE98B1}" dt="2026-09-01T21:12:32.929" v="2188" actId="1076"/>
          <ac:spMkLst>
            <pc:docMk/>
            <pc:sldMk cId="2256120068" sldId="331"/>
            <ac:spMk id="18" creationId="{BD00024F-0DB4-32E1-AA6E-F598B1674106}"/>
          </ac:spMkLst>
        </pc:spChg>
        <pc:spChg chg="mod">
          <ac:chgData name="Alexey Malashonak" userId="52025583bffa8bdb" providerId="LiveId" clId="{11C5FCC3-8D8A-4B24-8FB4-6BCED8BE98B1}" dt="2026-09-01T21:12:29.377" v="2187" actId="1076"/>
          <ac:spMkLst>
            <pc:docMk/>
            <pc:sldMk cId="2256120068" sldId="331"/>
            <ac:spMk id="19" creationId="{F6CF1537-554C-C1F0-1C41-3C8C2B18B242}"/>
          </ac:spMkLst>
        </pc:spChg>
      </pc:sldChg>
      <pc:sldChg chg="modSp add del mod">
        <pc:chgData name="Alexey Malashonak" userId="52025583bffa8bdb" providerId="LiveId" clId="{11C5FCC3-8D8A-4B24-8FB4-6BCED8BE98B1}" dt="2026-09-01T21:56:13.481" v="2440"/>
        <pc:sldMkLst>
          <pc:docMk/>
          <pc:sldMk cId="962631114" sldId="332"/>
        </pc:sldMkLst>
        <pc:spChg chg="mod">
          <ac:chgData name="Alexey Malashonak" userId="52025583bffa8bdb" providerId="LiveId" clId="{11C5FCC3-8D8A-4B24-8FB4-6BCED8BE98B1}" dt="2026-09-01T21:55:33.288" v="2431"/>
          <ac:spMkLst>
            <pc:docMk/>
            <pc:sldMk cId="962631114" sldId="332"/>
            <ac:spMk id="10" creationId="{EE59A311-1788-51B4-8857-130C2D983308}"/>
          </ac:spMkLst>
        </pc:spChg>
        <pc:spChg chg="mod">
          <ac:chgData name="Alexey Malashonak" userId="52025583bffa8bdb" providerId="LiveId" clId="{11C5FCC3-8D8A-4B24-8FB4-6BCED8BE98B1}" dt="2026-09-01T21:55:33.288" v="2433"/>
          <ac:spMkLst>
            <pc:docMk/>
            <pc:sldMk cId="962631114" sldId="332"/>
            <ac:spMk id="11" creationId="{D98E9595-2CBD-A7A9-F151-70E3F46C619D}"/>
          </ac:spMkLst>
        </pc:spChg>
      </pc:sldChg>
      <pc:sldChg chg="add del">
        <pc:chgData name="Alexey Malashonak" userId="52025583bffa8bdb" providerId="LiveId" clId="{11C5FCC3-8D8A-4B24-8FB4-6BCED8BE98B1}" dt="2026-09-01T21:56:53.546" v="2442"/>
        <pc:sldMkLst>
          <pc:docMk/>
          <pc:sldMk cId="4091634660" sldId="333"/>
        </pc:sldMkLst>
      </pc:sldChg>
      <pc:sldChg chg="add del">
        <pc:chgData name="Alexey Malashonak" userId="52025583bffa8bdb" providerId="LiveId" clId="{11C5FCC3-8D8A-4B24-8FB4-6BCED8BE98B1}" dt="2026-09-01T21:57:35.683" v="2444"/>
        <pc:sldMkLst>
          <pc:docMk/>
          <pc:sldMk cId="665617868" sldId="334"/>
        </pc:sldMkLst>
      </pc:sldChg>
      <pc:sldChg chg="add del">
        <pc:chgData name="Alexey Malashonak" userId="52025583bffa8bdb" providerId="LiveId" clId="{11C5FCC3-8D8A-4B24-8FB4-6BCED8BE98B1}" dt="2026-09-01T21:58:01.788" v="2446"/>
        <pc:sldMkLst>
          <pc:docMk/>
          <pc:sldMk cId="2074582312" sldId="335"/>
        </pc:sldMkLst>
      </pc:sldChg>
      <pc:sldChg chg="add del">
        <pc:chgData name="Alexey Malashonak" userId="52025583bffa8bdb" providerId="LiveId" clId="{11C5FCC3-8D8A-4B24-8FB4-6BCED8BE98B1}" dt="2026-09-01T21:58:30.707" v="2448"/>
        <pc:sldMkLst>
          <pc:docMk/>
          <pc:sldMk cId="3788180881" sldId="336"/>
        </pc:sldMkLst>
      </pc:sldChg>
      <pc:sldChg chg="modSp add mod">
        <pc:chgData name="Alexey Malashonak" userId="52025583bffa8bdb" providerId="LiveId" clId="{11C5FCC3-8D8A-4B24-8FB4-6BCED8BE98B1}" dt="2026-09-01T22:01:13.949" v="2464" actId="207"/>
        <pc:sldMkLst>
          <pc:docMk/>
          <pc:sldMk cId="1003491513" sldId="337"/>
        </pc:sldMkLst>
        <pc:spChg chg="mod">
          <ac:chgData name="Alexey Malashonak" userId="52025583bffa8bdb" providerId="LiveId" clId="{11C5FCC3-8D8A-4B24-8FB4-6BCED8BE98B1}" dt="2026-09-01T22:01:11.181" v="2463" actId="207"/>
          <ac:spMkLst>
            <pc:docMk/>
            <pc:sldMk cId="1003491513" sldId="337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9-01T22:00:44.081" v="2458" actId="1076"/>
          <ac:spMkLst>
            <pc:docMk/>
            <pc:sldMk cId="1003491513" sldId="337"/>
            <ac:spMk id="11" creationId="{D98E9595-2CBD-A7A9-F151-70E3F46C619D}"/>
          </ac:spMkLst>
        </pc:spChg>
        <pc:spChg chg="mod">
          <ac:chgData name="Alexey Malashonak" userId="52025583bffa8bdb" providerId="LiveId" clId="{11C5FCC3-8D8A-4B24-8FB4-6BCED8BE98B1}" dt="2026-09-01T22:00:50.449" v="2459" actId="2085"/>
          <ac:spMkLst>
            <pc:docMk/>
            <pc:sldMk cId="1003491513" sldId="337"/>
            <ac:spMk id="150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2:00:53.517" v="2460" actId="2085"/>
          <ac:spMkLst>
            <pc:docMk/>
            <pc:sldMk cId="1003491513" sldId="337"/>
            <ac:spMk id="151" creationId="{00000000-0000-0000-0000-000000000000}"/>
          </ac:spMkLst>
        </pc:spChg>
        <pc:spChg chg="mod">
          <ac:chgData name="Alexey Malashonak" userId="52025583bffa8bdb" providerId="LiveId" clId="{11C5FCC3-8D8A-4B24-8FB4-6BCED8BE98B1}" dt="2026-09-01T22:01:13.949" v="2464" actId="207"/>
          <ac:spMkLst>
            <pc:docMk/>
            <pc:sldMk cId="1003491513" sldId="337"/>
            <ac:spMk id="200" creationId="{00000000-0000-0000-0000-000000000000}"/>
          </ac:spMkLst>
        </pc:spChg>
      </pc:sldChg>
      <pc:sldMasterChg chg="add addSldLayout">
        <pc:chgData name="Alexey Malashonak" userId="52025583bffa8bdb" providerId="LiveId" clId="{11C5FCC3-8D8A-4B24-8FB4-6BCED8BE98B1}" dt="2026-08-31T09:28:19.847" v="917"/>
        <pc:sldMasterMkLst>
          <pc:docMk/>
          <pc:sldMasterMk cId="2913027823" sldId="2147483660"/>
        </pc:sldMasterMkLst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230811293" sldId="2147483661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605615032" sldId="2147483662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38397686" sldId="2147483663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150256633" sldId="2147483664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474851285" sldId="2147483665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525813577" sldId="2147483666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4097140106" sldId="2147483667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906496258" sldId="2147483668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435658566" sldId="2147483669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1521906492" sldId="2147483670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1564798514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87C5DD-31E8-425B-8277-3B63D7A4890D}" type="datetimeFigureOut">
              <a:rPr lang="LID4096" smtClean="0"/>
              <a:t>09/01/2026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55201B-FE87-4C81-8881-6AFECB6428E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6759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5201B-FE87-4C81-8881-6AFECB6428E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73341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paradigm answers the research questions by construction. Positivist means I only use measurable data; deductive and theory-testing mean I derived hypotheses from behavioral finance theory before collecting data; falsification means each question was converted into a null hypothesis a statistical test could reject. </a:t>
            </a:r>
            <a:r>
              <a:rPr lang="en-US"/>
              <a:t>Both questions were fully answered: shock intensity significantly predicts risk stance — the null was rejected — and the dashboard showed no detectable effect on behavior or outcomes, which under this paradigm is an equally valid, informative answer.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5201B-FE87-4C81-8881-6AFECB6428EF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475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0ED5B-DC95-C144-90C3-B9C9F782D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CB6BF9-CDFA-1F4D-9989-43B0D34B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D3EFD4-1002-C14A-B447-1E7D184D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AAA0F2-65DB-D64C-BF63-E0D527F5D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842287-9A42-FD4D-A73C-616C6DAD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811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21A940-1576-074F-9146-9CC26372A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B55309-4D5A-384E-92D9-13F92308D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4EC6E-EF6A-FF42-9E41-C87DEB27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0468EB-680E-A240-A430-A8F47B4B8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F26E80-1F48-E942-8703-A781C4B0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15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88DE7-AEEB-4D4D-9AB8-CAB94E9EF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0CB32-9870-B341-8CA1-DDB33A8A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2D10CF-AB6E-EC48-BFBF-7020CC642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80083B-4CF6-3E4D-AC40-44F40B14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276236-2A73-ED47-B09D-806F9ADB2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1B0E6-A6FF-1A4F-BAC9-960E0739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ACDF13-3FF5-0946-A2AC-3A2700418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5B3338-8F78-784F-80DF-19A43BB9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FAEC2-5AD3-6B4B-9288-D9CD1AE90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F289D6-FC47-B746-86BA-DA3CEAB7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4DF95D-6528-1543-9DE1-02012767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56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830C8-1189-1D4B-95FB-9A22EEB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C13F1B-80DF-A24C-8937-552AC40AB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E30EDD-B923-CE44-B11D-3364CB221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745F96-FB30-3F45-9B04-68A0E7005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16231-5174-A94F-9A84-EE48A445E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1190CE5-FBA6-F741-AA4A-0FA17F74B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55910-7B4D-C841-BD8B-11A694CFC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E206C6-3251-914D-9C18-A2E45588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851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9C6E4-F42B-4042-BCE2-43B263DA4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68EB76-8CB3-CA49-9A0C-BD2E5A710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7F3550C-61C4-4448-9A0A-E3AC35B3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2F0D9D-F0E0-0D49-AF55-5D37692F6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1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C345394-2B79-7942-957A-037EA6AA8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0419C2-24AE-ED46-AABA-59795C1BC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72E1AF-EB5D-C14C-89CF-BB2E04D55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5AEB2-7C8D-2144-BC19-59AFC20AC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2B430D-C9B9-EB4B-9C36-628D33D82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3C8092-E3A2-104A-8245-DCCB9EEB1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55952C-CD0A-1941-BB7A-E30CB0367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3122AC-E228-6B46-A073-84290E91B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2005EC-3449-FA4C-B21C-B3B97F191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496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88B7-8BAD-6F40-94B6-8A6DCB92D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50EC31-1005-094B-8A48-95A8324F5C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63F86A-380E-FA44-A14A-5711D9C9E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E75C5EC-9C35-BD43-B98D-05D47EF16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19BF8D-724C-AC47-BEBD-1A7EA623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68C12C-B1B5-FA48-87CC-955810930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58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67D80-E3FF-3D4D-9E89-4C382977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43760C2-52BB-7D41-910C-928881663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022048-062F-0047-A1A6-36FB2295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B1B04-5C52-054F-8907-D641EA96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AB448A-A611-CC44-A6C3-CB16EEFC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06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310523F-CEFC-2E4C-9B96-38A18877A5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EA91087-65F2-7F4B-AFDE-4EAA6E59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1EEDD7-30AB-D746-BFB2-74313E47C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375487-ACA7-E342-93BC-F66152B1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EB3303-F116-8143-A0B1-8A5D1B57D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98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0ED5B-DC95-C144-90C3-B9C9F782D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CB6BF9-CDFA-1F4D-9989-43B0D34B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D3EFD4-1002-C14A-B447-1E7D184D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AAA0F2-65DB-D64C-BF63-E0D527F5D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842287-9A42-FD4D-A73C-616C6DAD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8112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21A940-1576-074F-9146-9CC26372A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B55309-4D5A-384E-92D9-13F92308D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4EC6E-EF6A-FF42-9E41-C87DEB27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0468EB-680E-A240-A430-A8F47B4B8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F26E80-1F48-E942-8703-A781C4B0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150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88DE7-AEEB-4D4D-9AB8-CAB94E9EF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0CB32-9870-B341-8CA1-DDB33A8A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2D10CF-AB6E-EC48-BFBF-7020CC642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80083B-4CF6-3E4D-AC40-44F40B14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276236-2A73-ED47-B09D-806F9ADB2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7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1B0E6-A6FF-1A4F-BAC9-960E0739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ACDF13-3FF5-0946-A2AC-3A2700418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5B3338-8F78-784F-80DF-19A43BB9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FAEC2-5AD3-6B4B-9288-D9CD1AE90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F289D6-FC47-B746-86BA-DA3CEAB7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4DF95D-6528-1543-9DE1-02012767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566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830C8-1189-1D4B-95FB-9A22EEB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C13F1B-80DF-A24C-8937-552AC40AB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E30EDD-B923-CE44-B11D-3364CB221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745F96-FB30-3F45-9B04-68A0E7005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16231-5174-A94F-9A84-EE48A445E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1190CE5-FBA6-F741-AA4A-0FA17F74B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55910-7B4D-C841-BD8B-11A694CFC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E206C6-3251-914D-9C18-A2E45588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8512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9C6E4-F42B-4042-BCE2-43B263DA4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68EB76-8CB3-CA49-9A0C-BD2E5A710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7F3550C-61C4-4448-9A0A-E3AC35B3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2F0D9D-F0E0-0D49-AF55-5D37692F6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135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C345394-2B79-7942-957A-037EA6AA8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0419C2-24AE-ED46-AABA-59795C1BC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72E1AF-EB5D-C14C-89CF-BB2E04D55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401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5AEB2-7C8D-2144-BC19-59AFC20AC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2B430D-C9B9-EB4B-9C36-628D33D82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3C8092-E3A2-104A-8245-DCCB9EEB1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55952C-CD0A-1941-BB7A-E30CB0367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3122AC-E228-6B46-A073-84290E91B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2005EC-3449-FA4C-B21C-B3B97F191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4962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88B7-8BAD-6F40-94B6-8A6DCB92D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50EC31-1005-094B-8A48-95A8324F5C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63F86A-380E-FA44-A14A-5711D9C9E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E75C5EC-9C35-BD43-B98D-05D47EF16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19BF8D-724C-AC47-BEBD-1A7EA623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68C12C-B1B5-FA48-87CC-955810930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585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67D80-E3FF-3D4D-9E89-4C382977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43760C2-52BB-7D41-910C-928881663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022048-062F-0047-A1A6-36FB2295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B1B04-5C52-054F-8907-D641EA96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AB448A-A611-CC44-A6C3-CB16EEFC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064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310523F-CEFC-2E4C-9B96-38A18877A5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EA91087-65F2-7F4B-AFDE-4EAA6E59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1EEDD7-30AB-D746-BFB2-74313E47C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375487-ACA7-E342-93BC-F66152B1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EB3303-F116-8143-A0B1-8A5D1B57D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98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6517AB-1036-0F48-89CC-2D71EF959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84404B-1599-CF42-BF20-9BFC2BBC6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84887"/>
            <a:ext cx="10515600" cy="489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44DFB2-D2C7-C74F-94DB-3DEAF2F63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825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04998-35F7-CD4D-ACDB-621DC46062D1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82B2A8-D546-8E48-9618-9C1617ADD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627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1804E2-835D-4D4E-BC60-62E3C7559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5760" y="6356350"/>
            <a:ext cx="8280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24231-C6FE-5345-8717-518EE9E9663D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498" y="440972"/>
            <a:ext cx="2088379" cy="56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02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6517AB-1036-0F48-89CC-2D71EF959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84404B-1599-CF42-BF20-9BFC2BBC6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84887"/>
            <a:ext cx="10515600" cy="489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44DFB2-D2C7-C74F-94DB-3DEAF2F63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825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04998-35F7-CD4D-ACDB-621DC46062D1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82B2A8-D546-8E48-9618-9C1617ADD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627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1804E2-835D-4D4E-BC60-62E3C7559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5760" y="6356350"/>
            <a:ext cx="8280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24231-C6FE-5345-8717-518EE9E9663D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498" y="440972"/>
            <a:ext cx="2088379" cy="56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02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Amarows/thesi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3AAD0-4F22-964B-836B-9424F41DB0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3767" y="1500121"/>
            <a:ext cx="7944465" cy="2043706"/>
          </a:xfrm>
        </p:spPr>
        <p:txBody>
          <a:bodyPr>
            <a:normAutofit fontScale="90000"/>
          </a:bodyPr>
          <a:lstStyle/>
          <a:p>
            <a:r>
              <a:rPr lang="en-US" dirty="0"/>
              <a:t>Reducing Emotional Biases in Investment Portfolio Management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ACDBF74-10F9-7C4F-AE8C-9C492CBC5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58610" y="3885147"/>
            <a:ext cx="7674780" cy="85962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 Thesis Defense Presentation</a:t>
            </a:r>
          </a:p>
          <a:p>
            <a:r>
              <a:rPr lang="en-US" dirty="0"/>
              <a:t>Executive Master of Business Administration – SBS Swiss Business School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AB1290F-CD9E-AA45-01C4-12B2F42319C5}"/>
              </a:ext>
            </a:extLst>
          </p:cNvPr>
          <p:cNvSpPr txBox="1"/>
          <p:nvPr/>
        </p:nvSpPr>
        <p:spPr>
          <a:xfrm>
            <a:off x="7846141" y="5659167"/>
            <a:ext cx="37559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Aliaksei Malashonak</a:t>
            </a:r>
          </a:p>
          <a:p>
            <a:r>
              <a:rPr lang="en-US" sz="1600" dirty="0"/>
              <a:t>Student ID 19795, Matriculation 24891798</a:t>
            </a:r>
          </a:p>
          <a:p>
            <a:r>
              <a:rPr lang="en-US" sz="1600" dirty="0"/>
              <a:t>Mentor: Dr. Stefano Canossa</a:t>
            </a:r>
          </a:p>
          <a:p>
            <a:r>
              <a:rPr lang="en-US" sz="1600" dirty="0"/>
              <a:t>September 2, 2026</a:t>
            </a:r>
          </a:p>
        </p:txBody>
      </p:sp>
    </p:spTree>
    <p:extLst>
      <p:ext uri="{BB962C8B-B14F-4D97-AF65-F5344CB8AC3E}">
        <p14:creationId xmlns:p14="http://schemas.microsoft.com/office/powerpoint/2010/main" val="3087419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Topic and Motivation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15B92B-3473-1AA9-73A4-58F0B9686EBE}"/>
              </a:ext>
            </a:extLst>
          </p:cNvPr>
          <p:cNvSpPr/>
          <p:nvPr/>
        </p:nvSpPr>
        <p:spPr>
          <a:xfrm>
            <a:off x="838200" y="1397000"/>
            <a:ext cx="3048000" cy="736600"/>
          </a:xfrm>
          <a:prstGeom prst="roundRect">
            <a:avLst/>
          </a:prstGeom>
          <a:solidFill>
            <a:srgbClr val="E8EEF8">
              <a:alpha val="49804"/>
            </a:srgbClr>
          </a:solidFill>
          <a:ln w="1270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600" dirty="0">
                <a:solidFill>
                  <a:srgbClr val="1B3A6B"/>
                </a:solidFill>
              </a:rPr>
              <a:t>Information shock</a:t>
            </a:r>
          </a:p>
          <a:p>
            <a:pPr algn="ctr">
              <a:buNone/>
            </a:pPr>
            <a:r>
              <a:rPr lang="en-US" sz="1400" dirty="0">
                <a:solidFill>
                  <a:srgbClr val="5B6B85"/>
                </a:solidFill>
              </a:rPr>
              <a:t>news, events, attention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BAEB0A-8391-566D-E1BD-B30A59223C66}"/>
              </a:ext>
            </a:extLst>
          </p:cNvPr>
          <p:cNvSpPr/>
          <p:nvPr/>
        </p:nvSpPr>
        <p:spPr>
          <a:xfrm>
            <a:off x="4597400" y="1397000"/>
            <a:ext cx="3048000" cy="736600"/>
          </a:xfrm>
          <a:prstGeom prst="roundRect">
            <a:avLst/>
          </a:prstGeom>
          <a:solidFill>
            <a:srgbClr val="1B3A6B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Manager’s decision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Net Risk Stance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4C67F2-65A6-BA91-D3F2-F88026957648}"/>
              </a:ext>
            </a:extLst>
          </p:cNvPr>
          <p:cNvSpPr/>
          <p:nvPr/>
        </p:nvSpPr>
        <p:spPr>
          <a:xfrm>
            <a:off x="8356600" y="1397000"/>
            <a:ext cx="3048000" cy="736600"/>
          </a:xfrm>
          <a:prstGeom prst="roundRect">
            <a:avLst/>
          </a:prstGeom>
          <a:solidFill>
            <a:srgbClr val="E8EEF8">
              <a:alpha val="49804"/>
            </a:srgbClr>
          </a:solidFill>
          <a:ln w="1270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600" dirty="0">
                <a:solidFill>
                  <a:srgbClr val="1B3A6B"/>
                </a:solidFill>
              </a:rPr>
              <a:t>Portfolio outcome</a:t>
            </a:r>
          </a:p>
          <a:p>
            <a:pPr algn="ctr">
              <a:buNone/>
            </a:pPr>
            <a:r>
              <a:rPr lang="en-US" sz="1400" dirty="0">
                <a:solidFill>
                  <a:srgbClr val="5B6B85"/>
                </a:solidFill>
              </a:rPr>
              <a:t>risk–return ratio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9D9A38-4DD4-29BF-C7E2-E1F48C541DC3}"/>
              </a:ext>
            </a:extLst>
          </p:cNvPr>
          <p:cNvSpPr/>
          <p:nvPr/>
        </p:nvSpPr>
        <p:spPr>
          <a:xfrm>
            <a:off x="4597400" y="2844800"/>
            <a:ext cx="3048000" cy="584200"/>
          </a:xfrm>
          <a:prstGeom prst="roundRect">
            <a:avLst/>
          </a:prstGeom>
          <a:solidFill>
            <a:srgbClr val="F7DDE2">
              <a:alpha val="49804"/>
            </a:srgbClr>
          </a:solidFill>
          <a:ln w="12700">
            <a:solidFill>
              <a:srgbClr val="E7B6C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1600" dirty="0">
                <a:solidFill>
                  <a:srgbClr val="8C1B2F"/>
                </a:solidFill>
              </a:rPr>
              <a:t>Shock Score dashboard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EB041-A3BE-CDED-FBBE-A8AD37CCA105}"/>
              </a:ext>
            </a:extLst>
          </p:cNvPr>
          <p:cNvCxnSpPr>
            <a:endCxn id="5" idx="1"/>
          </p:cNvCxnSpPr>
          <p:nvPr/>
        </p:nvCxnSpPr>
        <p:spPr>
          <a:xfrm flipV="1">
            <a:off x="3886200" y="1765300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D4E98-765A-1AFE-0F73-428BFD773F81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6121400" y="2133600"/>
            <a:ext cx="0" cy="711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B77E62-139B-7478-1CAA-99FB4CE451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45400" y="1765300"/>
            <a:ext cx="711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D00024F-0DB4-32E1-AA6E-F598B1674106}"/>
              </a:ext>
            </a:extLst>
          </p:cNvPr>
          <p:cNvSpPr txBox="1"/>
          <p:nvPr/>
        </p:nvSpPr>
        <p:spPr>
          <a:xfrm>
            <a:off x="6825929" y="2186960"/>
            <a:ext cx="2874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C8102E"/>
                </a:solidFill>
              </a:rPr>
              <a:t>H2 – </a:t>
            </a:r>
            <a:r>
              <a:rPr lang="en-US" sz="1400" dirty="0">
                <a:solidFill>
                  <a:srgbClr val="4A5568"/>
                </a:solidFill>
              </a:rPr>
              <a:t>showing the Shock Score affects the portfolio risk–return ratio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CF1537-554C-C1F0-1C41-3C8C2B18B242}"/>
              </a:ext>
            </a:extLst>
          </p:cNvPr>
          <p:cNvSpPr txBox="1"/>
          <p:nvPr/>
        </p:nvSpPr>
        <p:spPr>
          <a:xfrm>
            <a:off x="3257053" y="2164090"/>
            <a:ext cx="23769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C8102E"/>
                </a:solidFill>
              </a:rPr>
              <a:t>H1 – </a:t>
            </a:r>
            <a:r>
              <a:rPr lang="en-US" sz="1400" dirty="0">
                <a:solidFill>
                  <a:srgbClr val="4A5568"/>
                </a:solidFill>
              </a:rPr>
              <a:t>shock intensity affects</a:t>
            </a:r>
          </a:p>
          <a:p>
            <a:pPr algn="l">
              <a:buNone/>
            </a:pPr>
            <a:r>
              <a:rPr lang="en-US" sz="1400" dirty="0">
                <a:solidFill>
                  <a:srgbClr val="4A5568"/>
                </a:solidFill>
              </a:rPr>
              <a:t>managers’ Net Risk Stance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AF008D-36C2-4BB7-9A9A-96A0AA1295EF}"/>
              </a:ext>
            </a:extLst>
          </p:cNvPr>
          <p:cNvSpPr/>
          <p:nvPr/>
        </p:nvSpPr>
        <p:spPr>
          <a:xfrm>
            <a:off x="838200" y="4013200"/>
            <a:ext cx="3403600" cy="2187947"/>
          </a:xfrm>
          <a:prstGeom prst="round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20191-A4EA-4F9B-BBCB-BDEC896C8D7E}"/>
              </a:ext>
            </a:extLst>
          </p:cNvPr>
          <p:cNvSpPr txBox="1"/>
          <p:nvPr/>
        </p:nvSpPr>
        <p:spPr>
          <a:xfrm>
            <a:off x="1041400" y="4191000"/>
            <a:ext cx="2997200" cy="154401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B3A6B"/>
                </a:solidFill>
              </a:rPr>
              <a:t>Why it matters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Information shocks – news, events, publications – trigger emotional biases.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Those biases sit outside the strategy and add risk and cost.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04B59D-DAD8-44CA-824F-27201ACD59E3}"/>
              </a:ext>
            </a:extLst>
          </p:cNvPr>
          <p:cNvSpPr/>
          <p:nvPr/>
        </p:nvSpPr>
        <p:spPr>
          <a:xfrm>
            <a:off x="4597400" y="4013200"/>
            <a:ext cx="3403600" cy="2187947"/>
          </a:xfrm>
          <a:prstGeom prst="round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F04DBC-F971-4473-8ABC-FE0056123306}"/>
              </a:ext>
            </a:extLst>
          </p:cNvPr>
          <p:cNvSpPr txBox="1"/>
          <p:nvPr/>
        </p:nvSpPr>
        <p:spPr>
          <a:xfrm>
            <a:off x="4800600" y="4191000"/>
            <a:ext cx="2997200" cy="154401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B3A6B"/>
                </a:solidFill>
              </a:rPr>
              <a:t>What this study asks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Can a Shock Score indicator approximate systematic emotional biases?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Can a decision-support tool reduce those biases in practice?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12A68D5-DE33-4A5D-9581-2A1AB56471E2}"/>
              </a:ext>
            </a:extLst>
          </p:cNvPr>
          <p:cNvSpPr/>
          <p:nvPr/>
        </p:nvSpPr>
        <p:spPr>
          <a:xfrm>
            <a:off x="8356600" y="4013200"/>
            <a:ext cx="3403600" cy="2187947"/>
          </a:xfrm>
          <a:prstGeom prst="round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1B0AFA-DDBE-4FDC-9214-FF634117A6C0}"/>
              </a:ext>
            </a:extLst>
          </p:cNvPr>
          <p:cNvSpPr txBox="1"/>
          <p:nvPr/>
        </p:nvSpPr>
        <p:spPr>
          <a:xfrm>
            <a:off x="8559800" y="4191000"/>
            <a:ext cx="2997200" cy="18235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B3A6B"/>
                </a:solidFill>
              </a:rPr>
              <a:t>What we already know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Behavioural finance: errors cluster around information shocks.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Analytics work; ex-ante bias mitigation does not.</a:t>
            </a:r>
          </a:p>
          <a:p>
            <a:pPr marL="171450" indent="-171450">
              <a:lnSpc>
                <a:spcPct val="100000"/>
              </a:lnSpc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A3F4A"/>
                </a:solidFill>
              </a:rPr>
              <a:t>The gap persists in professional risk management.</a:t>
            </a:r>
          </a:p>
        </p:txBody>
      </p:sp>
    </p:spTree>
    <p:extLst>
      <p:ext uri="{BB962C8B-B14F-4D97-AF65-F5344CB8AC3E}">
        <p14:creationId xmlns:p14="http://schemas.microsoft.com/office/powerpoint/2010/main" val="2256120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A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10EA77-63D4-3C98-DE04-4E2E842F4F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510" y="1244600"/>
            <a:ext cx="11777089" cy="562356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2C97E8-855F-AB5B-B030-657DB168F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" y="164915"/>
            <a:ext cx="8122920" cy="823595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 Short Term market Reaction to Informational Shock 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A1114-C15A-A114-C8DE-72820D9A1DC2}"/>
              </a:ext>
            </a:extLst>
          </p:cNvPr>
          <p:cNvSpPr txBox="1"/>
          <p:nvPr/>
        </p:nvSpPr>
        <p:spPr>
          <a:xfrm>
            <a:off x="6699250" y="1890761"/>
            <a:ext cx="44310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One day of trading of META stock (February 2</a:t>
            </a:r>
            <a:r>
              <a:rPr lang="en-US" sz="1600" baseline="30000" dirty="0">
                <a:solidFill>
                  <a:schemeClr val="bg1"/>
                </a:solidFill>
              </a:rPr>
              <a:t>nd</a:t>
            </a:r>
            <a:r>
              <a:rPr lang="en-US" sz="1600" dirty="0">
                <a:solidFill>
                  <a:schemeClr val="bg1"/>
                </a:solidFill>
              </a:rPr>
              <a:t>,2026): Quarterly earnings release followed by announcement about Capex increase.</a:t>
            </a:r>
            <a:endParaRPr lang="LID4096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332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Card 150"/>
          <p:cNvSpPr/>
          <p:nvPr/>
        </p:nvSpPr>
        <p:spPr>
          <a:xfrm>
            <a:off x="838200" y="3708400"/>
            <a:ext cx="5080000" cy="22606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 w="12700">
            <a:noFill/>
          </a:ln>
        </p:spPr>
        <p:txBody>
          <a:bodyPr/>
          <a:lstStyle/>
          <a:p>
            <a:endParaRPr lang="en-US" sz="1400"/>
          </a:p>
        </p:txBody>
      </p:sp>
      <p:sp>
        <p:nvSpPr>
          <p:cNvPr id="151" name="Card 151"/>
          <p:cNvSpPr/>
          <p:nvPr/>
        </p:nvSpPr>
        <p:spPr>
          <a:xfrm>
            <a:off x="6273800" y="3708400"/>
            <a:ext cx="5080000" cy="22606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 w="12700">
            <a:noFill/>
          </a:ln>
        </p:spPr>
        <p:txBody>
          <a:bodyPr/>
          <a:lstStyle/>
          <a:p>
            <a:endParaRPr lang="en-US" sz="14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/>
        </p:nvSpPr>
        <p:spPr>
          <a:xfrm>
            <a:off x="1143000" y="3708400"/>
            <a:ext cx="4470400" cy="226060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ED7D31"/>
                </a:solidFill>
                <a:latin typeface="Calibri"/>
              </a:rPr>
              <a:t>RQ1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Do bigger shocks move risk decisions?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500" b="0" dirty="0">
                <a:solidFill>
                  <a:srgbClr val="404040"/>
                </a:solidFill>
                <a:latin typeface="Calibri"/>
              </a:rPr>
              <a:t>Is the intensity of external financial information shocks associated with statistically significant differences in managers’ immediate Net Risk Stance?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Calibri"/>
              </a:rPr>
              <a:t>Tested as H1 — 424 scenario responses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CEDA6-C6E8-8B05-DDEB-51595093D6FB}"/>
              </a:ext>
            </a:extLst>
          </p:cNvPr>
          <p:cNvSpPr/>
          <p:nvPr/>
        </p:nvSpPr>
        <p:spPr>
          <a:xfrm>
            <a:off x="2413000" y="1752600"/>
            <a:ext cx="2667000" cy="9398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Info Shock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44AEE-8DFD-4FAA-A35A-0C032055A60E}"/>
              </a:ext>
            </a:extLst>
          </p:cNvPr>
          <p:cNvSpPr/>
          <p:nvPr/>
        </p:nvSpPr>
        <p:spPr>
          <a:xfrm>
            <a:off x="7112000" y="1752600"/>
            <a:ext cx="2667000" cy="9398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Biased Decision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058D19-57BC-D11E-BE9A-E6F602A7B0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080000" y="2222500"/>
            <a:ext cx="203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59A311-1788-51B4-8857-130C2D983308}"/>
              </a:ext>
            </a:extLst>
          </p:cNvPr>
          <p:cNvSpPr txBox="1"/>
          <p:nvPr/>
        </p:nvSpPr>
        <p:spPr>
          <a:xfrm>
            <a:off x="4445000" y="1168400"/>
            <a:ext cx="3302000" cy="431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ED7D31"/>
                </a:solidFill>
              </a:rPr>
              <a:t>Goal 1: </a:t>
            </a:r>
            <a:r>
              <a:rPr lang="en-US" sz="1400" dirty="0">
                <a:solidFill>
                  <a:srgbClr val="404040"/>
                </a:solidFill>
              </a:rPr>
              <a:t>predict &amp; measure the bias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E9595-2CBD-A7A9-F151-70E3F46C619D}"/>
              </a:ext>
            </a:extLst>
          </p:cNvPr>
          <p:cNvSpPr txBox="1"/>
          <p:nvPr/>
        </p:nvSpPr>
        <p:spPr>
          <a:xfrm>
            <a:off x="4225447" y="2816620"/>
            <a:ext cx="35215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ED7D31"/>
                </a:solidFill>
              </a:rPr>
              <a:t>Goal 2: </a:t>
            </a:r>
            <a:r>
              <a:rPr lang="en-US" sz="1400" dirty="0">
                <a:solidFill>
                  <a:srgbClr val="404040"/>
                </a:solidFill>
              </a:rPr>
              <a:t>remove the bias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1000E2C5-E8DB-6610-5F60-23D8159BA5DD}"/>
              </a:ext>
            </a:extLst>
          </p:cNvPr>
          <p:cNvSpPr/>
          <p:nvPr/>
        </p:nvSpPr>
        <p:spPr>
          <a:xfrm rot="2625274">
            <a:off x="5918200" y="2044700"/>
            <a:ext cx="355600" cy="355600"/>
          </a:xfrm>
          <a:prstGeom prst="plus">
            <a:avLst>
              <a:gd name="adj" fmla="val 4383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0" name="RQ2 Text"/>
          <p:cNvSpPr txBox="1"/>
          <p:nvPr/>
        </p:nvSpPr>
        <p:spPr>
          <a:xfrm>
            <a:off x="6578600" y="3708400"/>
            <a:ext cx="4470400" cy="2260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ED7D31"/>
                </a:solidFill>
                <a:latin typeface="Calibri"/>
              </a:rPr>
              <a:t>RQ2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Does the Shock Score change decisions?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500" b="0" dirty="0">
                <a:solidFill>
                  <a:srgbClr val="404040"/>
                </a:solidFill>
                <a:latin typeface="Calibri"/>
              </a:rPr>
              <a:t>Is providing the Shock Score associated with changes in Net Risk Stance and, through them, in portfolio risk–return outcomes, versus no score?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Calibri"/>
              </a:rPr>
              <a:t>Tested as H2 — within-subject design</a:t>
            </a:r>
          </a:p>
        </p:txBody>
      </p:sp>
    </p:spTree>
    <p:extLst>
      <p:ext uri="{BB962C8B-B14F-4D97-AF65-F5344CB8AC3E}">
        <p14:creationId xmlns:p14="http://schemas.microsoft.com/office/powerpoint/2010/main" val="1003491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Method and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16600"/>
            <a:ext cx="10515600" cy="558800"/>
          </a:xfrm>
        </p:spPr>
        <p:txBody>
          <a:bodyPr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Each manager judges every scenario with and without the Shock Score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— the design isolates the effect of the dashboard itself.</a:t>
            </a:r>
          </a:p>
        </p:txBody>
      </p:sp>
      <p:sp>
        <p:nvSpPr>
          <p:cNvPr id="100" name="Card 1"/>
          <p:cNvSpPr/>
          <p:nvPr/>
        </p:nvSpPr>
        <p:spPr>
          <a:xfrm>
            <a:off x="838200" y="1524000"/>
            <a:ext cx="257048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METHOD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Positivist, deductive, quasi-experimental within-subject survey</a:t>
            </a:r>
          </a:p>
        </p:txBody>
      </p:sp>
      <p:sp>
        <p:nvSpPr>
          <p:cNvPr id="101" name="Card 2"/>
          <p:cNvSpPr/>
          <p:nvPr/>
        </p:nvSpPr>
        <p:spPr>
          <a:xfrm>
            <a:off x="3281680" y="1524000"/>
            <a:ext cx="291592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DESIGN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Primary: within-subject quasi-experimental scenario survey with the treatment condition.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Secondary: information-shock scenarios for US Equities.</a:t>
            </a:r>
          </a:p>
        </p:txBody>
      </p:sp>
      <p:sp>
        <p:nvSpPr>
          <p:cNvPr id="102" name="Card 3"/>
          <p:cNvSpPr/>
          <p:nvPr/>
        </p:nvSpPr>
        <p:spPr>
          <a:xfrm>
            <a:off x="6618850" y="1579902"/>
            <a:ext cx="23241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PARTICIPANTS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Professional equity portfolio managers who take real allocation decisions</a:t>
            </a:r>
          </a:p>
        </p:txBody>
      </p:sp>
      <p:sp>
        <p:nvSpPr>
          <p:cNvPr id="103" name="Card 4"/>
          <p:cNvSpPr/>
          <p:nvPr/>
        </p:nvSpPr>
        <p:spPr>
          <a:xfrm>
            <a:off x="8877300" y="1524000"/>
            <a:ext cx="24765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ANALYSIS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cluster-robust OLS regression with respondent fixed effects</a:t>
            </a:r>
          </a:p>
        </p:txBody>
      </p:sp>
      <p:sp>
        <p:nvSpPr>
          <p:cNvPr id="110" name="Stat 1"/>
          <p:cNvSpPr/>
          <p:nvPr/>
        </p:nvSpPr>
        <p:spPr>
          <a:xfrm>
            <a:off x="838200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53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Portfolio managers surveyed</a:t>
            </a:r>
          </a:p>
        </p:txBody>
      </p:sp>
      <p:sp>
        <p:nvSpPr>
          <p:cNvPr id="111" name="Stat 2"/>
          <p:cNvSpPr/>
          <p:nvPr/>
        </p:nvSpPr>
        <p:spPr>
          <a:xfrm>
            <a:off x="4411133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424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Scenario-level observations</a:t>
            </a:r>
          </a:p>
        </p:txBody>
      </p:sp>
      <p:sp>
        <p:nvSpPr>
          <p:cNvPr id="112" name="Stat 3"/>
          <p:cNvSpPr/>
          <p:nvPr/>
        </p:nvSpPr>
        <p:spPr>
          <a:xfrm>
            <a:off x="7984067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24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Real-market scenarios, 3 blocks</a:t>
            </a:r>
          </a:p>
        </p:txBody>
      </p:sp>
      <p:pic>
        <p:nvPicPr>
          <p:cNvPr id="113" name="Graphic 113" descr="Quantitative 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0760" y="1889760"/>
            <a:ext cx="508000" cy="508000"/>
          </a:xfrm>
          <a:prstGeom prst="rect">
            <a:avLst/>
          </a:prstGeom>
        </p:spPr>
      </p:pic>
      <p:pic>
        <p:nvPicPr>
          <p:cNvPr id="114" name="Graphic 114" descr="Experimental desig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08680" y="1811020"/>
            <a:ext cx="508000" cy="508000"/>
          </a:xfrm>
          <a:prstGeom prst="rect">
            <a:avLst/>
          </a:prstGeom>
        </p:spPr>
      </p:pic>
      <p:pic>
        <p:nvPicPr>
          <p:cNvPr id="115" name="Graphic 115" descr="Participants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7500" y="1889760"/>
            <a:ext cx="508000" cy="508000"/>
          </a:xfrm>
          <a:prstGeom prst="rect">
            <a:avLst/>
          </a:prstGeom>
        </p:spPr>
      </p:pic>
      <p:pic>
        <p:nvPicPr>
          <p:cNvPr id="116" name="Graphic 116" descr="Statistical analysis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00000" y="188976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353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Respondent Profile</a:t>
            </a:r>
          </a:p>
        </p:txBody>
      </p:sp>
      <p:pic>
        <p:nvPicPr>
          <p:cNvPr id="3" name="Picture 2" descr="fig_demo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07" y="2116773"/>
            <a:ext cx="11155680" cy="33988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EC0955-2D58-12B5-09B4-68172D090EF8}"/>
              </a:ext>
            </a:extLst>
          </p:cNvPr>
          <p:cNvSpPr txBox="1"/>
          <p:nvPr/>
        </p:nvSpPr>
        <p:spPr>
          <a:xfrm>
            <a:off x="8736711" y="6246654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Respondent Profile(cont.)</a:t>
            </a:r>
            <a:endParaRPr sz="3000" dirty="0"/>
          </a:p>
        </p:txBody>
      </p:sp>
      <p:pic>
        <p:nvPicPr>
          <p:cNvPr id="3" name="Picture 2" descr="fig_demo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4888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82E37A-D89F-D190-864B-30C9A7D60878}"/>
              </a:ext>
            </a:extLst>
          </p:cNvPr>
          <p:cNvSpPr txBox="1"/>
          <p:nvPr/>
        </p:nvSpPr>
        <p:spPr>
          <a:xfrm>
            <a:off x="7550787" y="6286028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CFB50-C52A-2F68-3EA9-17DC574D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Framework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4D6F6B-2753-8922-FEF4-AB41DD0A4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4119" y="1433981"/>
            <a:ext cx="7312413" cy="494141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E7BF99-EDD1-1E6A-3B82-249C3FC7D16A}"/>
              </a:ext>
            </a:extLst>
          </p:cNvPr>
          <p:cNvSpPr txBox="1"/>
          <p:nvPr/>
        </p:nvSpPr>
        <p:spPr>
          <a:xfrm>
            <a:off x="6927876" y="6463559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991031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Scenario and Shock Dashboard example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D1C2F3-DA83-9B75-1CDF-219445402582}"/>
              </a:ext>
            </a:extLst>
          </p:cNvPr>
          <p:cNvSpPr txBox="1">
            <a:spLocks/>
          </p:cNvSpPr>
          <p:nvPr/>
        </p:nvSpPr>
        <p:spPr>
          <a:xfrm>
            <a:off x="5027295" y="1179892"/>
            <a:ext cx="3881120" cy="970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</a:rPr>
              <a:t>Market events are selected randomly across different industries/companies/topics with counter-balancing algorithm.  </a:t>
            </a:r>
          </a:p>
          <a:p>
            <a:pPr marL="0"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</a:rPr>
              <a:t>Top companies (my market cap) are excluded to avoid framing bias.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EFBB0AF2-1B43-A915-BB0C-5C5CD8EB40F9}"/>
              </a:ext>
            </a:extLst>
          </p:cNvPr>
          <p:cNvSpPr txBox="1">
            <a:spLocks/>
          </p:cNvSpPr>
          <p:nvPr/>
        </p:nvSpPr>
        <p:spPr>
          <a:xfrm>
            <a:off x="4919100" y="4183630"/>
            <a:ext cx="3881120" cy="1048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1"/>
                </a:solidFill>
              </a:rPr>
              <a:t>Interviewer gets Shock Score decomposed into main components together with Treatment Protocol.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1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5FAD41C-F53F-E150-3D29-2598295F5D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4006" y="1106149"/>
            <a:ext cx="3073744" cy="5455598"/>
          </a:xfrm>
        </p:spPr>
      </p:pic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75F87BF3-6194-F21B-AFD3-1046D24CFB3E}"/>
              </a:ext>
            </a:extLst>
          </p:cNvPr>
          <p:cNvSpPr txBox="1">
            <a:spLocks/>
          </p:cNvSpPr>
          <p:nvPr/>
        </p:nvSpPr>
        <p:spPr>
          <a:xfrm>
            <a:off x="5198745" y="5762113"/>
            <a:ext cx="3881120" cy="1048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1"/>
                </a:solidFill>
              </a:rPr>
              <a:t>Response section proposes options to change portfolio weights. 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1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Hypothesis H1 Null: Rejected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65279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b="1" i="1" u="none" strike="noStrike" baseline="0" dirty="0">
                <a:solidFill>
                  <a:srgbClr val="000000"/>
                </a:solidFill>
                <a:latin typeface="AAAAAM+Calibri-BoldItalic"/>
              </a:rPr>
              <a:t>Hypothesis H1</a:t>
            </a:r>
            <a:r>
              <a:rPr lang="en-US" sz="1800" b="1" i="1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—</a:t>
            </a:r>
            <a:r>
              <a:rPr lang="en-US" sz="1800" b="1" i="1" u="none" strike="noStrike" baseline="0" dirty="0">
                <a:solidFill>
                  <a:srgbClr val="000000"/>
                </a:solidFill>
                <a:latin typeface="AAAAAM+Calibri-BoldItalic"/>
              </a:rPr>
              <a:t>Influence of Information Shocks on Decisions </a:t>
            </a:r>
            <a:endParaRPr lang="en-US" sz="1800" b="0" i="0" u="none" strike="noStrike" baseline="0" dirty="0">
              <a:solidFill>
                <a:srgbClr val="000000"/>
              </a:solidFill>
              <a:latin typeface="AAAAAM+Calibri-BoldItalic"/>
            </a:endParaRPr>
          </a:p>
          <a:p>
            <a:r>
              <a:rPr lang="en-US" sz="1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H1₀: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The intensity of external financial information shocks has no statistically significant effect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on managers’ Net Risk Stance responses. </a:t>
            </a:r>
          </a:p>
          <a:p>
            <a:r>
              <a:rPr lang="en-US" sz="1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H1ₐ: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The intensity of external financial information shocks has a statistically significant effect on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managers’ Net Risk Stance responses. </a:t>
            </a:r>
          </a:p>
          <a:p>
            <a:endParaRPr lang="en-US" sz="2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600" dirty="0"/>
              <a:t>The Null H1 is rejected at the 5 percent significance level.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Shock Score coefficient = -0.4874 (p = 0.0015), a statistically significant negative effect.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Higher shock intensity is systematically associated with a risk-reducing shift in Net Risk Stance.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result is consistent with behavioral finance theory (Huber et al., 2021; March &amp; Shapira, 1987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).</a:t>
            </a:r>
            <a:endParaRPr lang="en-US" sz="26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Finding 2 H2 Null: Fail to Reject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2120"/>
            <a:ext cx="10515600" cy="456594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800" b="1" i="1" u="none" strike="noStrike" baseline="0" dirty="0">
                <a:solidFill>
                  <a:srgbClr val="000000"/>
                </a:solidFill>
                <a:latin typeface="AAAAAM+Calibri-BoldItalic"/>
              </a:rPr>
              <a:t>Hypothesis H2</a:t>
            </a:r>
            <a:r>
              <a:rPr lang="en-US" sz="1800" b="1" i="1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—</a:t>
            </a:r>
            <a:r>
              <a:rPr lang="en-US" sz="1800" b="1" i="1" u="none" strike="noStrike" baseline="0" dirty="0">
                <a:solidFill>
                  <a:srgbClr val="000000"/>
                </a:solidFill>
                <a:latin typeface="AAAAAM+Calibri-BoldItalic"/>
              </a:rPr>
              <a:t>Value Added of the Shock Score </a:t>
            </a:r>
            <a:endParaRPr lang="en-US" sz="1800" b="0" i="0" u="none" strike="noStrike" baseline="0" dirty="0">
              <a:solidFill>
                <a:srgbClr val="000000"/>
              </a:solidFill>
              <a:latin typeface="AAAAAM+Calibri-BoldItalic"/>
            </a:endParaRPr>
          </a:p>
          <a:p>
            <a:r>
              <a:rPr lang="en-US" sz="1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H2₀: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Introducing the Shock Score for investment decision-making has no statistically significant effect on the risk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–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return ratio of the portfolio. </a:t>
            </a:r>
          </a:p>
          <a:p>
            <a:r>
              <a:rPr lang="en-US" sz="1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H2ₐ: 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Introducing the Shock Score for investment decision-making has a statistically significant effect on the risk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–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AAAAAG+Calibri"/>
              </a:rPr>
              <a:t>return ratio of the portfolio. </a:t>
            </a:r>
          </a:p>
          <a:p>
            <a:endParaRPr lang="en-US" sz="2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600" dirty="0"/>
              <a:t>The null H2 is not rejected: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Dashboard treatment effect = -0.1584 (p = 0.7428), not statistically significant.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estimate is directionally consistent with the expected moderation mechanism (Bianchi &amp; Briere, 2021; Lim, 2026; Statman, 2019).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non-significant result is attributed primarily to limited statistical power, not to an absence of effect.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Figures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06CC90-25E1-3154-E214-08AF3110EC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5500" y="2141718"/>
            <a:ext cx="9220999" cy="3177815"/>
          </a:xfrm>
        </p:spPr>
      </p:pic>
    </p:spTree>
    <p:extLst>
      <p:ext uri="{BB962C8B-B14F-4D97-AF65-F5344CB8AC3E}">
        <p14:creationId xmlns:p14="http://schemas.microsoft.com/office/powerpoint/2010/main" val="1385245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Conclusions and Recommendations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40400"/>
            <a:ext cx="10515600" cy="660400"/>
          </a:xfrm>
        </p:spPr>
        <p:txBody>
          <a:bodyPr anchor="ctr">
            <a:no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95959"/>
                </a:solidFill>
              </a:rPr>
              <a:t>Shock-driven behaviour is measurable — and what can be measured can be governed.</a:t>
            </a:r>
          </a:p>
        </p:txBody>
      </p:sp>
      <p:sp>
        <p:nvSpPr>
          <p:cNvPr id="130" name="Findings panel"/>
          <p:cNvSpPr/>
          <p:nvPr/>
        </p:nvSpPr>
        <p:spPr>
          <a:xfrm>
            <a:off x="838200" y="1498600"/>
            <a:ext cx="5156200" cy="4038600"/>
          </a:xfrm>
          <a:prstGeom prst="roundRect">
            <a:avLst>
              <a:gd name="adj" fmla="val 4000"/>
            </a:avLst>
          </a:prstGeom>
          <a:solidFill>
            <a:srgbClr val="404040"/>
          </a:solidFill>
          <a:ln>
            <a:noFill/>
          </a:ln>
        </p:spPr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131" name="Recommendations panel"/>
          <p:cNvSpPr/>
          <p:nvPr/>
        </p:nvSpPr>
        <p:spPr>
          <a:xfrm>
            <a:off x="6197600" y="1498600"/>
            <a:ext cx="5156200" cy="4038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40" name="Findings header"/>
          <p:cNvSpPr txBox="1"/>
          <p:nvPr/>
        </p:nvSpPr>
        <p:spPr>
          <a:xfrm>
            <a:off x="1676400" y="1701800"/>
            <a:ext cx="4038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000" spc="200" dirty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141" name="Rec header"/>
          <p:cNvSpPr txBox="1"/>
          <p:nvPr/>
        </p:nvSpPr>
        <p:spPr>
          <a:xfrm>
            <a:off x="7035800" y="1701800"/>
            <a:ext cx="4038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000" spc="200" dirty="0">
                <a:solidFill>
                  <a:srgbClr val="404040"/>
                </a:solidFill>
              </a:rPr>
              <a:t>Recommendations</a:t>
            </a:r>
          </a:p>
        </p:txBody>
      </p:sp>
      <p:sp>
        <p:nvSpPr>
          <p:cNvPr id="142" name="Finding 1"/>
          <p:cNvSpPr txBox="1"/>
          <p:nvPr/>
        </p:nvSpPr>
        <p:spPr>
          <a:xfrm>
            <a:off x="1143000" y="24384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FFFFFF"/>
                </a:solidFill>
              </a:rPr>
              <a:t>Info Shocks move behaviour</a:t>
            </a:r>
          </a:p>
          <a:p>
            <a:pPr algn="l">
              <a:buNone/>
            </a:pPr>
            <a:r>
              <a:rPr lang="en-US" sz="1600" dirty="0">
                <a:solidFill>
                  <a:srgbClr val="F2F2F2"/>
                </a:solidFill>
              </a:rPr>
              <a:t>Professional managers shift their Net Risk Stance measurably and systematically when an external information shock lands.</a:t>
            </a:r>
          </a:p>
        </p:txBody>
      </p:sp>
      <p:sp>
        <p:nvSpPr>
          <p:cNvPr id="143" name="Finding 2"/>
          <p:cNvSpPr txBox="1"/>
          <p:nvPr/>
        </p:nvSpPr>
        <p:spPr>
          <a:xfrm>
            <a:off x="1143000" y="40386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FFFFFF"/>
                </a:solidFill>
              </a:rPr>
              <a:t>The Shock Score predicts behavior</a:t>
            </a:r>
          </a:p>
          <a:p>
            <a:pPr algn="l">
              <a:buNone/>
            </a:pPr>
            <a:r>
              <a:rPr lang="en-US" sz="1600" dirty="0">
                <a:solidFill>
                  <a:srgbClr val="F2F2F2"/>
                </a:solidFill>
              </a:rPr>
              <a:t>It behaves consistently as a construct and points in the direction the expected mechanism predicts.</a:t>
            </a:r>
          </a:p>
        </p:txBody>
      </p:sp>
      <p:sp>
        <p:nvSpPr>
          <p:cNvPr id="144" name="Rec 1"/>
          <p:cNvSpPr txBox="1"/>
          <p:nvPr/>
        </p:nvSpPr>
        <p:spPr>
          <a:xfrm>
            <a:off x="6502400" y="24384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404040"/>
                </a:solidFill>
              </a:rPr>
              <a:t>Replicate at scale</a:t>
            </a:r>
          </a:p>
          <a:p>
            <a:pPr algn="l">
              <a:buNone/>
            </a:pPr>
            <a:r>
              <a:rPr lang="en-US" sz="1600" dirty="0">
                <a:solidFill>
                  <a:srgbClr val="595959"/>
                </a:solidFill>
              </a:rPr>
              <a:t>A larger sample is needed to test H2 with adequate statistical power.</a:t>
            </a:r>
          </a:p>
        </p:txBody>
      </p:sp>
      <p:sp>
        <p:nvSpPr>
          <p:cNvPr id="145" name="Rec 2"/>
          <p:cNvSpPr txBox="1"/>
          <p:nvPr/>
        </p:nvSpPr>
        <p:spPr>
          <a:xfrm>
            <a:off x="6502400" y="40386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404040"/>
                </a:solidFill>
              </a:rPr>
              <a:t>Put it into governance</a:t>
            </a:r>
          </a:p>
          <a:p>
            <a:pPr algn="l">
              <a:buNone/>
            </a:pPr>
            <a:r>
              <a:rPr lang="en-US" sz="1600" dirty="0">
                <a:solidFill>
                  <a:srgbClr val="595959"/>
                </a:solidFill>
              </a:rPr>
              <a:t>Behavioural indicators can feed risk-governance frameworks and structured pre-commitment protocols.</a:t>
            </a:r>
          </a:p>
        </p:txBody>
      </p:sp>
      <p:pic>
        <p:nvPicPr>
          <p:cNvPr id="146" name="Graphic 146" descr="Finding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8400" y="1651000"/>
            <a:ext cx="381000" cy="381000"/>
          </a:xfrm>
          <a:prstGeom prst="rect">
            <a:avLst/>
          </a:prstGeom>
        </p:spPr>
      </p:pic>
      <p:pic>
        <p:nvPicPr>
          <p:cNvPr id="147" name="Graphic 147" descr="Recommendations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7800" y="16510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268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Ethical and legal Implications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093960" cy="3779521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Decision-support indicators should augment, not replace, professional judgment and accountability.</a:t>
            </a:r>
          </a:p>
          <a:p>
            <a:pPr>
              <a:lnSpc>
                <a:spcPct val="170000"/>
              </a:lnSpc>
            </a:pPr>
            <a:r>
              <a:rPr lang="en-US" dirty="0"/>
              <a:t>Over-reliance on a single composite score risks automation bias and a false sense of precision.</a:t>
            </a:r>
          </a:p>
          <a:p>
            <a:pPr>
              <a:lnSpc>
                <a:spcPct val="170000"/>
              </a:lnSpc>
            </a:pPr>
            <a:r>
              <a:rPr lang="en-US" dirty="0"/>
              <a:t>Transparency and interpretability of the indicator are prerequisites for responsible deployment.</a:t>
            </a:r>
          </a:p>
          <a:p>
            <a:pPr>
              <a:lnSpc>
                <a:spcPct val="170000"/>
              </a:lnSpc>
            </a:pPr>
            <a:r>
              <a:rPr lang="en-US" dirty="0"/>
              <a:t>Behavioral monitoring must respect the professional autonomy and discretion of portfolio managers.</a:t>
            </a:r>
          </a:p>
          <a:p>
            <a:pPr>
              <a:lnSpc>
                <a:spcPct val="170000"/>
              </a:lnSpc>
            </a:pPr>
            <a:r>
              <a:rPr lang="en-US" dirty="0"/>
              <a:t>Legal implication – the line is not crossed (see Annex)</a:t>
            </a:r>
          </a:p>
        </p:txBody>
      </p:sp>
    </p:spTree>
    <p:extLst>
      <p:ext uri="{BB962C8B-B14F-4D97-AF65-F5344CB8AC3E}">
        <p14:creationId xmlns:p14="http://schemas.microsoft.com/office/powerpoint/2010/main" val="2524467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Personal Lessons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 rigorous, pre-specified design protects the credibility of findings more than any single result.</a:t>
            </a:r>
          </a:p>
          <a:p>
            <a:pPr>
              <a:lnSpc>
                <a:spcPct val="150000"/>
              </a:lnSpc>
            </a:pPr>
            <a:r>
              <a:rPr lang="en-US" dirty="0"/>
              <a:t>A non-significant result is a legitimate and informative scientific contribution.</a:t>
            </a:r>
          </a:p>
          <a:p>
            <a:pPr>
              <a:lnSpc>
                <a:spcPct val="150000"/>
              </a:lnSpc>
            </a:pPr>
            <a:r>
              <a:rPr lang="en-US" dirty="0"/>
              <a:t>Statistical power must be planned at the design stage, not diagnosed afterwards.</a:t>
            </a:r>
          </a:p>
          <a:p>
            <a:pPr>
              <a:lnSpc>
                <a:spcPct val="150000"/>
              </a:lnSpc>
            </a:pPr>
            <a:r>
              <a:rPr lang="en-US" dirty="0"/>
              <a:t>Translating behavioral theory into a practitioner tool requires disciplined simplification.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>
            <a:normAutofit/>
          </a:bodyPr>
          <a:lstStyle/>
          <a:p>
            <a:pPr marL="457200" indent="-457200">
              <a:buNone/>
            </a:pPr>
            <a:r>
              <a:rPr lang="en-US" sz="1400" dirty="0"/>
              <a:t>Bianchi, M., &amp; </a:t>
            </a:r>
            <a:r>
              <a:rPr lang="en-US" sz="1400" dirty="0" err="1"/>
              <a:t>Brière</a:t>
            </a:r>
            <a:r>
              <a:rPr lang="en-US" sz="1400" dirty="0"/>
              <a:t>, M. (2021). Robo-advising: Less AI and more XAI? SSRN Electronic Journal.</a:t>
            </a:r>
          </a:p>
          <a:p>
            <a:pPr marL="457200" indent="-457200">
              <a:buNone/>
            </a:pPr>
            <a:r>
              <a:rPr lang="en-US" sz="1400" dirty="0"/>
              <a:t>Huber, C., Huber, J., &amp; Kirchler, M. (2021). Market shocks and professionals' investment behavior: Evidence from the COVID-19 crash. Journal of Banking &amp; Finance, 133, Article 106247.</a:t>
            </a:r>
          </a:p>
          <a:p>
            <a:pPr marL="457200" indent="-457200">
              <a:buNone/>
            </a:pPr>
            <a:r>
              <a:rPr lang="en-US" sz="1400" dirty="0"/>
              <a:t>Lim, T. (2026). Emotion-aware decision support system for real-time financial sentiment and behavior-based trading risk advisory. Journal of Behavioral Finance, 1–24.</a:t>
            </a:r>
          </a:p>
          <a:p>
            <a:pPr marL="457200" indent="-457200">
              <a:buNone/>
            </a:pPr>
            <a:r>
              <a:rPr lang="en-US" sz="1400" dirty="0"/>
              <a:t>March, J. G., &amp; Shapira, Z. (1987). Managerial perspectives on risk and risk taking. Management Science, 33(11), 1404–1418</a:t>
            </a:r>
          </a:p>
          <a:p>
            <a:pPr marL="457200" indent="-457200">
              <a:buNone/>
            </a:pPr>
            <a:r>
              <a:rPr lang="en-US" sz="1400" dirty="0"/>
              <a:t>Statman, M. (2019). Behavioral finance: The second generation. SSRN Electronic Journal.</a:t>
            </a:r>
          </a:p>
          <a:p>
            <a:pPr marL="457200" indent="-457200">
              <a:buNone/>
            </a:pPr>
            <a:r>
              <a:rPr lang="en-US" sz="1400" dirty="0"/>
              <a:t>Yang, Y., UY, M. C. S., &amp; Huang, A. (2020). </a:t>
            </a:r>
            <a:r>
              <a:rPr lang="en-US" sz="1400" i="1" dirty="0"/>
              <a:t>FinBERT: A pretrained language model for financial communications</a:t>
            </a:r>
            <a:r>
              <a:rPr lang="en-US" sz="1400" dirty="0"/>
              <a:t> [Preprint]. arXiv. 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/>
          <a:lstStyle/>
          <a:p>
            <a:r>
              <a:rPr lang="en-US" dirty="0"/>
              <a:t>Aliaksei Malashonak – Executive Master of Business Administration.</a:t>
            </a:r>
          </a:p>
          <a:p>
            <a:r>
              <a:rPr lang="en-US" dirty="0"/>
              <a:t>SBS Swiss Business School.</a:t>
            </a:r>
          </a:p>
          <a:p>
            <a:r>
              <a:rPr lang="en-US" dirty="0"/>
              <a:t>Questions and discussion are welcome.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496BB-C427-4BBE-1C07-51B4527EDC22}"/>
              </a:ext>
            </a:extLst>
          </p:cNvPr>
          <p:cNvSpPr txBox="1"/>
          <p:nvPr/>
        </p:nvSpPr>
        <p:spPr>
          <a:xfrm>
            <a:off x="838199" y="3549758"/>
            <a:ext cx="63598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Repo: </a:t>
            </a:r>
            <a:r>
              <a:rPr lang="LID4096" dirty="0">
                <a:hlinkClick r:id="rId2"/>
              </a:rPr>
              <a:t>https://github.com/Amarows/thesis</a:t>
            </a:r>
            <a:endParaRPr lang="en-US" dirty="0"/>
          </a:p>
          <a:p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63192B-95C8-7C90-17F0-192A2CEA3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37" y="3942248"/>
            <a:ext cx="6111453" cy="15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B9FC-9460-23E7-F132-F3695D17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1: H1 regression results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F816A7-F137-4A09-338C-704C22508C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60446"/>
            <a:ext cx="7592497" cy="3600980"/>
          </a:xfrm>
        </p:spPr>
      </p:pic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D5A7C2A-338A-3141-3B78-2BF00429FACD}"/>
              </a:ext>
            </a:extLst>
          </p:cNvPr>
          <p:cNvSpPr txBox="1">
            <a:spLocks/>
          </p:cNvSpPr>
          <p:nvPr/>
        </p:nvSpPr>
        <p:spPr>
          <a:xfrm>
            <a:off x="838200" y="1491849"/>
            <a:ext cx="7400795" cy="1000830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i="1" u="none" strike="noStrike" baseline="0" dirty="0">
                <a:solidFill>
                  <a:srgbClr val="000000"/>
                </a:solidFill>
                <a:latin typeface="AAAAAM+Calibri-BoldItalic"/>
              </a:rPr>
              <a:t>Hypothesis H1</a:t>
            </a:r>
            <a:r>
              <a:rPr lang="en-US" sz="2800" b="1" i="1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—</a:t>
            </a:r>
            <a:r>
              <a:rPr lang="en-US" sz="2800" b="1" i="1" u="none" strike="noStrike" baseline="0" dirty="0">
                <a:solidFill>
                  <a:srgbClr val="000000"/>
                </a:solidFill>
                <a:latin typeface="AAAAAM+Calibri-BoldItalic"/>
              </a:rPr>
              <a:t>Influence of Information Shocks on Decisions </a:t>
            </a:r>
            <a:endParaRPr lang="en-US" sz="2800" b="0" i="0" u="none" strike="noStrike" baseline="0" dirty="0">
              <a:solidFill>
                <a:srgbClr val="000000"/>
              </a:solidFill>
              <a:latin typeface="AAAAAM+Calibri-BoldItalic"/>
            </a:endParaRPr>
          </a:p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H1₀: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The intensity of external financial information shocks has no statistically significant effect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on managers’ Net Risk Stance responses. </a:t>
            </a:r>
          </a:p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H1ₐ: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The intensity of external financial information shocks has a statistically significant effect on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managers’ Net Risk Stance responses. </a:t>
            </a:r>
          </a:p>
        </p:txBody>
      </p:sp>
    </p:spTree>
    <p:extLst>
      <p:ext uri="{BB962C8B-B14F-4D97-AF65-F5344CB8AC3E}">
        <p14:creationId xmlns:p14="http://schemas.microsoft.com/office/powerpoint/2010/main" val="214505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65620-9C4D-33AE-02D9-2007D19EC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1 (cont.): Robustness Spec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91BCEE-AF19-FFDC-3178-C7C627D96D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4986" y="1284288"/>
            <a:ext cx="9082028" cy="4892675"/>
          </a:xfrm>
        </p:spPr>
      </p:pic>
    </p:spTree>
    <p:extLst>
      <p:ext uri="{BB962C8B-B14F-4D97-AF65-F5344CB8AC3E}">
        <p14:creationId xmlns:p14="http://schemas.microsoft.com/office/powerpoint/2010/main" val="3957797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B9FC-9460-23E7-F132-F3695D17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2: H2 regression results</a:t>
            </a:r>
            <a:endParaRPr lang="LID4096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60F00-D52B-4105-F882-398308458061}"/>
              </a:ext>
            </a:extLst>
          </p:cNvPr>
          <p:cNvSpPr txBox="1">
            <a:spLocks/>
          </p:cNvSpPr>
          <p:nvPr/>
        </p:nvSpPr>
        <p:spPr>
          <a:xfrm>
            <a:off x="1246340" y="1554478"/>
            <a:ext cx="8893479" cy="1220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i="1" u="none" strike="noStrike" baseline="0" dirty="0">
                <a:solidFill>
                  <a:srgbClr val="000000"/>
                </a:solidFill>
                <a:latin typeface="AAAAAM+Calibri-BoldItalic"/>
              </a:rPr>
              <a:t>Hypothesis H2</a:t>
            </a:r>
            <a:r>
              <a:rPr lang="en-US" sz="2800" b="1" i="1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—</a:t>
            </a:r>
            <a:r>
              <a:rPr lang="en-US" sz="2800" b="1" i="1" u="none" strike="noStrike" baseline="0" dirty="0">
                <a:solidFill>
                  <a:srgbClr val="000000"/>
                </a:solidFill>
                <a:latin typeface="AAAAAM+Calibri-BoldItalic"/>
              </a:rPr>
              <a:t>Value Added of the Shock Score </a:t>
            </a:r>
            <a:endParaRPr lang="en-US" sz="2800" b="0" i="0" u="none" strike="noStrike" baseline="0" dirty="0">
              <a:solidFill>
                <a:srgbClr val="000000"/>
              </a:solidFill>
              <a:latin typeface="AAAAAM+Calibri-BoldItalic"/>
            </a:endParaRPr>
          </a:p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H2₀: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Introducing the Shock Score for investment decision-making has no statistically significant effect on the risk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–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return ratio of the portfolio. </a:t>
            </a:r>
          </a:p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H2ₐ: 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Introducing the Shock Score for investment decision-making has a statistically significant effect on the risk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–</a:t>
            </a:r>
            <a:r>
              <a:rPr lang="en-US" sz="2800" b="0" i="0" u="none" strike="noStrike" baseline="0" dirty="0">
                <a:solidFill>
                  <a:srgbClr val="000000"/>
                </a:solidFill>
                <a:latin typeface="AAAAAG+Calibri"/>
              </a:rPr>
              <a:t>return ratio of the portfolio.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F206C88-A4E7-FB40-1ED6-A4C61DC8AF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5482" y="3056695"/>
            <a:ext cx="9800178" cy="248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496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2CD2C-0D3C-E052-8145-7C09B54F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3: Regression Method Explained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97D04-F565-1CCC-3274-97341AA9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19679"/>
            <a:ext cx="10515600" cy="246888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cluster-robust OLS regression with respondent fixed effects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OLS regression — measures how much the allocation decision changes when the Shock Score is displayed, holding the other scenario features constant.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Respondent fixed effects — every manager is compared with himself, so personal risk appetite, seniority and house style drop out of the estimate.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clustering (respondent and scenario) — one person answers many scenarios and one scenario is judged by many people; clustering corrects the standard errors for both, so significance is not overstated.</a:t>
            </a:r>
          </a:p>
        </p:txBody>
      </p:sp>
      <p:sp>
        <p:nvSpPr>
          <p:cNvPr id="120" name="Read it as band"/>
          <p:cNvSpPr/>
          <p:nvPr/>
        </p:nvSpPr>
        <p:spPr>
          <a:xfrm>
            <a:off x="838200" y="5181600"/>
            <a:ext cx="10515600" cy="10668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12700">
            <a:solidFill>
              <a:srgbClr val="C9D8F0"/>
            </a:solidFill>
          </a:ln>
        </p:spPr>
        <p:txBody>
          <a:bodyPr wrap="square" lIns="228600" tIns="91440" rIns="228600" bIns="91440" anchor="ctr">
            <a:no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he effect is measured within-person and is deliberately conservative: it reflects the dashboard itself, not who answered or which market event was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53D4AF-9747-B473-10D8-7AF276066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848" y="1600127"/>
            <a:ext cx="4419983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46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02237-DAD9-E594-3E62-B1A9ABD4A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Appendix 4: Normality of Key Responses and </a:t>
            </a:r>
            <a:br>
              <a:rPr lang="en-US" dirty="0"/>
            </a:br>
            <a:r>
              <a:rPr lang="en-US" dirty="0"/>
              <a:t>Method Justification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CB72D1-766D-26AB-7AEC-3BE012141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026" y="1309301"/>
            <a:ext cx="3578844" cy="23607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875994-5B4D-6920-B980-FD390EC8D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036" y="3905910"/>
            <a:ext cx="6041789" cy="24756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3298BAB-5072-DD12-CE47-603325557C84}"/>
              </a:ext>
            </a:extLst>
          </p:cNvPr>
          <p:cNvSpPr txBox="1"/>
          <p:nvPr/>
        </p:nvSpPr>
        <p:spPr>
          <a:xfrm>
            <a:off x="9372600" y="1424609"/>
            <a:ext cx="2562225" cy="811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/>
              <a:t>Net Risk Stance (NRS), n = 424. Skewness = −0.1846; excess kurtosis = −0.2561; Shapiro-Wilk W = 0.9455, p &lt; 0.0001. Approximately symmetric and unimodal; all seven categories materially populated.</a:t>
            </a:r>
            <a:endParaRPr lang="LID4096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347709-57F4-F9A8-4B6E-719EACD7653D}"/>
              </a:ext>
            </a:extLst>
          </p:cNvPr>
          <p:cNvSpPr txBox="1"/>
          <p:nvPr/>
        </p:nvSpPr>
        <p:spPr>
          <a:xfrm>
            <a:off x="9372600" y="2351871"/>
            <a:ext cx="2675335" cy="811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/>
              <a:t>Primary H1 residuals, n = 424. Skewness = 0.0205; excess kurtosis = 0.5096; Shapiro-Wilk W = 0.9849, p = 0.0002. Approximately symmetric and </a:t>
            </a:r>
            <a:r>
              <a:rPr lang="en-US" sz="800" dirty="0" err="1"/>
              <a:t>centred</a:t>
            </a:r>
            <a:r>
              <a:rPr lang="en-US" sz="800" dirty="0"/>
              <a:t> on zero; Q-Q plot tracks the reference line with mild tail deviation.</a:t>
            </a:r>
            <a:endParaRPr lang="LID4096" sz="800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552525F8-591B-66AD-67B6-053DD8C6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1385888"/>
            <a:ext cx="4923718" cy="5218556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Net Risk Stance is a </a:t>
            </a:r>
            <a:r>
              <a:rPr lang="en-US" b="1" dirty="0"/>
              <a:t>seven-point ordinal scale </a:t>
            </a:r>
            <a:r>
              <a:rPr lang="en-US" dirty="0"/>
              <a:t>-- cannot follow an exact normal distribution by construction</a:t>
            </a:r>
          </a:p>
          <a:p>
            <a:pPr>
              <a:lnSpc>
                <a:spcPct val="170000"/>
              </a:lnSpc>
            </a:pPr>
            <a:r>
              <a:rPr lang="en-US" dirty="0"/>
              <a:t>The response is </a:t>
            </a:r>
            <a:r>
              <a:rPr lang="en-US" b="1" dirty="0"/>
              <a:t>approximately symmetric </a:t>
            </a:r>
            <a:r>
              <a:rPr lang="en-US" dirty="0"/>
              <a:t>with all seven categories well populated, and skewness and excess kurtosis are low.</a:t>
            </a:r>
          </a:p>
          <a:p>
            <a:pPr>
              <a:lnSpc>
                <a:spcPct val="170000"/>
              </a:lnSpc>
            </a:pPr>
            <a:r>
              <a:rPr lang="en-US" dirty="0"/>
              <a:t>OLS requires </a:t>
            </a:r>
            <a:r>
              <a:rPr lang="en-US" b="1" dirty="0"/>
              <a:t>approximately normal errors</a:t>
            </a:r>
            <a:r>
              <a:rPr lang="en-US" dirty="0"/>
              <a:t>, not a normal dependent variable; the residuals are near-symmetric and close to normal (W = 0.9849), and with 424 observations the central limit theorem applies.</a:t>
            </a:r>
          </a:p>
          <a:p>
            <a:pPr>
              <a:lnSpc>
                <a:spcPct val="170000"/>
              </a:lnSpc>
            </a:pPr>
            <a:r>
              <a:rPr lang="en-US" dirty="0"/>
              <a:t>Shapiro-Wilk rejects strict normality for both series; at n = 424 the test detects trivial departures, so the high W values and small skewness and kurtosis are the more informative evidence.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b="1" dirty="0"/>
              <a:t>The H1 conclusion does not depend on a normality assumption.</a:t>
            </a:r>
            <a:endParaRPr lang="LID4096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6EFE2-CDB2-46C8-3C9F-85F4A4C2B238}"/>
              </a:ext>
            </a:extLst>
          </p:cNvPr>
          <p:cNvSpPr txBox="1"/>
          <p:nvPr/>
        </p:nvSpPr>
        <p:spPr>
          <a:xfrm>
            <a:off x="8626239" y="6453382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047004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3560-5D50-E845-AFB4-EB74F0894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34388" cy="823595"/>
          </a:xfrm>
        </p:spPr>
        <p:txBody>
          <a:bodyPr>
            <a:normAutofit fontScale="90000"/>
          </a:bodyPr>
          <a:lstStyle/>
          <a:p>
            <a:r>
              <a:rPr lang="en-US" dirty="0"/>
              <a:t>Appendix 5: Does shock score predict return?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F5F893-43B3-F943-F44E-0365E1D40E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7131" y="1284288"/>
            <a:ext cx="7877737" cy="48926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D10683-8E10-BF22-2624-58B0D3149A7F}"/>
              </a:ext>
            </a:extLst>
          </p:cNvPr>
          <p:cNvSpPr txBox="1"/>
          <p:nvPr/>
        </p:nvSpPr>
        <p:spPr>
          <a:xfrm>
            <a:off x="7634639" y="6346714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9078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5: </a:t>
            </a:r>
            <a:r>
              <a:rPr sz="3000" dirty="0"/>
              <a:t>Building the Shock Score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27048"/>
            <a:ext cx="1764792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Article Count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AC_e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Number of news headlines in the shock window.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0156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96360" y="1527048"/>
            <a:ext cx="183388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Sentiment Extremity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SE_e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Largest absolute FinBERT sentiment in the 30-min shock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63360" y="1527048"/>
            <a:ext cx="187960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Attention Intensity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AI_e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Shock-bar volume ÷ 60-day average 30-min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084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77680" y="1527048"/>
            <a:ext cx="180848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Event-Type Severity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ES_e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Event-category volatility vs overall </a:t>
            </a:r>
            <a:endParaRPr lang="en-US" sz="1400" b="0" i="0" dirty="0">
              <a:solidFill>
                <a:srgbClr val="44546A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(</a:t>
            </a:r>
            <a:r>
              <a:rPr sz="1400" b="0" i="0" dirty="0" err="1">
                <a:solidFill>
                  <a:srgbClr val="44546A"/>
                </a:solidFill>
                <a:latin typeface="Calibri"/>
              </a:rPr>
              <a:t>σ_k</a:t>
            </a:r>
            <a:r>
              <a:rPr sz="1400" b="0" i="0" dirty="0">
                <a:solidFill>
                  <a:srgbClr val="44546A"/>
                </a:solidFill>
                <a:latin typeface="Calibri"/>
              </a:rPr>
              <a:t> ÷ </a:t>
            </a:r>
            <a:r>
              <a:rPr sz="1400" b="0" i="0" dirty="0" err="1">
                <a:solidFill>
                  <a:srgbClr val="44546A"/>
                </a:solidFill>
                <a:latin typeface="Calibri"/>
              </a:rPr>
              <a:t>σ_all</a:t>
            </a:r>
            <a:r>
              <a:rPr sz="1400" b="0" i="0" dirty="0">
                <a:solidFill>
                  <a:srgbClr val="44546A"/>
                </a:solidFill>
                <a:latin typeface="Calibri"/>
              </a:rPr>
              <a:t>).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007887" y="3241548"/>
            <a:ext cx="333017" cy="603504"/>
          </a:xfrm>
          <a:prstGeom prst="downArrow">
            <a:avLst>
              <a:gd name="adj1" fmla="val 8000"/>
              <a:gd name="adj2" fmla="val 84772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6692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rgbClr val="E8EEF7"/>
          </a:solidFill>
          <a:ln w="12700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300" b="1" i="0">
                <a:solidFill>
                  <a:srgbClr val="44546A"/>
                </a:solidFill>
                <a:latin typeface="Calibri"/>
              </a:rPr>
              <a:t>Standardise</a:t>
            </a:r>
          </a:p>
          <a:p>
            <a:pPr algn="ctr"/>
            <a:r>
              <a:rPr sz="1050" b="0" i="0">
                <a:solidFill>
                  <a:srgbClr val="44546A"/>
                </a:solidFill>
                <a:latin typeface="Calibri"/>
              </a:rPr>
              <a:t>Each component z-scored across all events.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13048" y="4297360"/>
            <a:ext cx="777240" cy="311535"/>
          </a:xfrm>
          <a:prstGeom prst="rightArrow">
            <a:avLst>
              <a:gd name="adj1" fmla="val 8000"/>
              <a:gd name="adj2" fmla="val 70961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3600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rgbClr val="E8EEF7"/>
          </a:solidFill>
          <a:ln w="12700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45736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300" b="1" i="0">
                <a:solidFill>
                  <a:srgbClr val="44546A"/>
                </a:solidFill>
                <a:latin typeface="Calibri"/>
              </a:rPr>
              <a:t>Combine (PCA)</a:t>
            </a:r>
          </a:p>
          <a:p>
            <a:pPr algn="ctr"/>
            <a:r>
              <a:rPr sz="1050" b="0" i="0">
                <a:solidFill>
                  <a:srgbClr val="44546A"/>
                </a:solidFill>
                <a:latin typeface="Calibri"/>
              </a:rPr>
              <a:t>First principal component (PC1) sets the weights.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72985" y="4285380"/>
            <a:ext cx="777240" cy="335493"/>
          </a:xfrm>
          <a:prstGeom prst="rightArrow">
            <a:avLst>
              <a:gd name="adj1" fmla="val 8000"/>
              <a:gd name="adj2" fmla="val 71834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70508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14815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SC_total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Composite shock-intensity score
(higher = more intense shock).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440680"/>
            <a:ext cx="11064240" cy="8229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/>
            <a:r>
              <a:rPr sz="1100" b="0" i="0">
                <a:solidFill>
                  <a:srgbClr val="44546A"/>
                </a:solidFill>
                <a:latin typeface="Calibri"/>
              </a:rPr>
              <a:t>Inputs: Interactive Brokers 30-minute price bars  ·  Benzinga headlines  ·  FinBERT sentiment.</a:t>
            </a:r>
          </a:p>
          <a:p>
            <a:pPr algn="l"/>
            <a:r>
              <a:rPr sz="1050" b="0" i="1">
                <a:solidFill>
                  <a:srgbClr val="7F7F7F"/>
                </a:solidFill>
                <a:latin typeface="Calibri"/>
              </a:rPr>
              <a:t>All four are event-level components (subscript e). PCA combines them into a single ex-ante measure available at the point of decision.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74B05-256B-C455-1B9C-2B6D09A2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7: Shock Score decomposition.</a:t>
            </a:r>
            <a:endParaRPr lang="LID4096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895798D-59C9-8DBD-E082-9F52C81C1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6734" y="1284288"/>
            <a:ext cx="8998531" cy="48926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BFC0D-1266-BAED-BA2C-E32BD1766F29}"/>
              </a:ext>
            </a:extLst>
          </p:cNvPr>
          <p:cNvSpPr txBox="1"/>
          <p:nvPr/>
        </p:nvSpPr>
        <p:spPr>
          <a:xfrm>
            <a:off x="7668386" y="6358222"/>
            <a:ext cx="29268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1" u="none" strike="noStrike" baseline="0" dirty="0">
                <a:solidFill>
                  <a:srgbClr val="000000"/>
                </a:solidFill>
                <a:latin typeface="AAAAAO+Calibri-Italic"/>
              </a:rPr>
              <a:t>Note. 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AAAAAG+Calibri"/>
              </a:rPr>
              <a:t>Original figures created for this study (2026). </a:t>
            </a:r>
            <a:endParaRPr lang="LID4096" sz="1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5048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8: </a:t>
            </a:r>
            <a:r>
              <a:rPr sz="3000" dirty="0"/>
              <a:t>Decision</a:t>
            </a:r>
            <a:r>
              <a:rPr lang="en-US" sz="3000" dirty="0"/>
              <a:t> Protocols</a:t>
            </a:r>
            <a:endParaRPr sz="3000" dirty="0"/>
          </a:p>
        </p:txBody>
      </p:sp>
      <p:sp>
        <p:nvSpPr>
          <p:cNvPr id="3" name="Rounded Rectangle 2"/>
          <p:cNvSpPr/>
          <p:nvPr/>
        </p:nvSpPr>
        <p:spPr>
          <a:xfrm>
            <a:off x="1633062" y="1533316"/>
            <a:ext cx="8121869" cy="867921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925670" y="1667194"/>
            <a:ext cx="2349301" cy="60016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HALT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Above 85th percentile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4073" y="1785932"/>
            <a:ext cx="5235585" cy="29238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Intense shock: prompt pre-commitment and a pause before 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33062" y="2758612"/>
            <a:ext cx="8121869" cy="867921"/>
          </a:xfrm>
          <a:prstGeom prst="roundRect">
            <a:avLst>
              <a:gd name="adj" fmla="val 8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25670" y="2892490"/>
            <a:ext cx="2349301" cy="60016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60th – 85th percentile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9346" y="3015850"/>
            <a:ext cx="5235585" cy="29238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Elevated shock: prompt a deliberate reassessment of the position.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33062" y="3983908"/>
            <a:ext cx="8121869" cy="867921"/>
          </a:xfrm>
          <a:prstGeom prst="roundRect">
            <a:avLst>
              <a:gd name="adj" fmla="val 8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25670" y="4117786"/>
            <a:ext cx="2349301" cy="60016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Below 60th percentile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9346" y="4235737"/>
            <a:ext cx="5235585" cy="29238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Routine conditions: no action prompted.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32120"/>
            <a:ext cx="11064240" cy="9144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/>
            <a:r>
              <a:rPr sz="1150" b="1" i="0">
                <a:solidFill>
                  <a:srgbClr val="44546A"/>
                </a:solidFill>
                <a:latin typeface="Calibri"/>
              </a:rPr>
              <a:t>Bands are percentile cut-offs on the scenario SC_total distribution.</a:t>
            </a:r>
          </a:p>
          <a:p>
            <a:pPr algn="l"/>
            <a:r>
              <a:rPr sz="1100" b="0" i="0">
                <a:solidFill>
                  <a:srgbClr val="44546A"/>
                </a:solidFill>
                <a:latin typeface="Calibri"/>
              </a:rPr>
              <a:t>The dashboard surfaces the band at the moment of decision (ex-ante). Displaying it is the intervention tested in H2 (ShowSC).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EB5C9-A83D-CF35-0B41-14C66E66B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46440" cy="823595"/>
          </a:xfrm>
        </p:spPr>
        <p:txBody>
          <a:bodyPr>
            <a:normAutofit fontScale="90000"/>
          </a:bodyPr>
          <a:lstStyle/>
          <a:p>
            <a:r>
              <a:rPr lang="en-US" dirty="0"/>
              <a:t>Appendix 9: Paradigm --  How the Design Answers the Research Questions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CDAF0-1A99-262F-5FB0-DFDE74EBA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4288"/>
            <a:ext cx="10515600" cy="2449512"/>
          </a:xfrm>
        </p:spPr>
        <p:txBody>
          <a:bodyPr>
            <a:normAutofit fontScale="4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dirty="0"/>
              <a:t>Research Paradigm – What each term means (Saunders et al., 2019):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Positivist — </a:t>
            </a:r>
            <a:r>
              <a:rPr lang="en-US" b="1" dirty="0"/>
              <a:t>knowledge comes only from observable</a:t>
            </a:r>
            <a:r>
              <a:rPr lang="en-US" dirty="0"/>
              <a:t>, measurable facts, independent of the researcher's beliefs. In this study: structured seven-point survey responses and market data — no interpretation of what managers "meant.“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Deductive — reasoning runs </a:t>
            </a:r>
            <a:r>
              <a:rPr lang="en-US" b="1" dirty="0"/>
              <a:t>from theory to data</a:t>
            </a:r>
            <a:r>
              <a:rPr lang="en-US" dirty="0"/>
              <a:t>, never the reverse: behavioral finance theory → testable hypotheses → measurement → statistical test. (Opposite: inductive — building theory out of observations.)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Theory-testing — the study does not create new theory from the data; it </a:t>
            </a:r>
            <a:r>
              <a:rPr lang="en-US" b="1" dirty="0"/>
              <a:t>checks whether predictions of existing theory hold</a:t>
            </a:r>
            <a:r>
              <a:rPr lang="en-US" dirty="0"/>
              <a:t> in a professional sample.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Falsification logic (Popper) — </a:t>
            </a:r>
            <a:r>
              <a:rPr lang="en-US" b="1" dirty="0"/>
              <a:t>hypotheses are stated as null statements</a:t>
            </a:r>
            <a:r>
              <a:rPr lang="en-US" dirty="0"/>
              <a:t> that data could reject. Nothing is ever "proven": a claim stands only while the evidence fails to reject it at the pre-set threshold (α = 0.05).</a:t>
            </a:r>
            <a:endParaRPr lang="LID4096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24323253-08C3-996B-CE7D-5FE2DF8B1AD5}"/>
              </a:ext>
            </a:extLst>
          </p:cNvPr>
          <p:cNvSpPr txBox="1">
            <a:spLocks/>
          </p:cNvSpPr>
          <p:nvPr/>
        </p:nvSpPr>
        <p:spPr>
          <a:xfrm>
            <a:off x="995680" y="5853112"/>
            <a:ext cx="10086657" cy="80962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70000"/>
              </a:lnSpc>
              <a:buNone/>
            </a:pPr>
            <a:r>
              <a:rPr lang="en-US" dirty="0"/>
              <a:t>Under </a:t>
            </a:r>
            <a:r>
              <a:rPr lang="en-US" b="1" dirty="0"/>
              <a:t>falsification logic</a:t>
            </a:r>
            <a:r>
              <a:rPr lang="en-US" dirty="0"/>
              <a:t>, a null result is a complete answer, not a failure: the research question is answered by running the test, not by the direction of its outcome. The H2 null is reported as informative and bounded by statistical power (§5.8.2).</a:t>
            </a:r>
            <a:endParaRPr lang="LID4096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05AAB0B-27A9-0644-015D-6F4410361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29" y="3945876"/>
            <a:ext cx="7377891" cy="1633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4496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Appendix 10: Regulatory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9FCE-1C4D-E903-5D85-78D2A28C319D}"/>
              </a:ext>
            </a:extLst>
          </p:cNvPr>
          <p:cNvSpPr txBox="1"/>
          <p:nvPr/>
        </p:nvSpPr>
        <p:spPr>
          <a:xfrm>
            <a:off x="787400" y="1240554"/>
            <a:ext cx="10246360" cy="420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LID4096" dirty="0"/>
              <a:t>Regulatory position</a:t>
            </a:r>
            <a:r>
              <a:rPr lang="en-US" dirty="0"/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EU AI Act emotion-recognition ban (Art. 5(1)(f)) —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not applicable</a:t>
            </a:r>
            <a:r>
              <a:rPr lang="LID4096" sz="1600" dirty="0"/>
              <a:t>: requires biometric data on natural persons; SC</a:t>
            </a:r>
            <a:r>
              <a:rPr lang="en-US" sz="1600" dirty="0"/>
              <a:t> </a:t>
            </a:r>
            <a:r>
              <a:rPr lang="LID4096" sz="1600" dirty="0"/>
              <a:t>scores events from news text and volume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Social scoring (Art. 5(1)(c)) —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not applicable</a:t>
            </a:r>
            <a:r>
              <a:rPr lang="LID4096" sz="1600" dirty="0"/>
              <a:t>: no person is classified or ranked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Research artefact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exempt</a:t>
            </a:r>
            <a:r>
              <a:rPr lang="LID4096" sz="1600" dirty="0"/>
              <a:t> under Art. 2(6) (scientific R&amp;D) 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If </a:t>
            </a:r>
            <a:r>
              <a:rPr lang="en-US" sz="1600" dirty="0"/>
              <a:t>method is </a:t>
            </a:r>
            <a:r>
              <a:rPr lang="LID4096" sz="1600" dirty="0"/>
              <a:t>deployed: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minimal-risk tier </a:t>
            </a:r>
            <a:r>
              <a:rPr lang="LID4096" sz="1600" dirty="0"/>
              <a:t>(not Annex III); Art. 4 AI-literacy duty applies</a:t>
            </a:r>
            <a:br>
              <a:rPr lang="en-US" sz="1600" dirty="0"/>
            </a:br>
            <a:r>
              <a:rPr lang="LID4096" sz="1600" dirty="0"/>
              <a:t>GDPR / revFADP (2023) govern survey data — consent, minimisation, anonymised reporting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Switzerland has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 AI act</a:t>
            </a:r>
            <a:r>
              <a:rPr lang="LID4096" sz="1600" dirty="0"/>
              <a:t>: sector-specific approach confirmed 12 Feb 2025; CoE Framework Convention ratification, consultation bill due end-2026 → FINMA Guidance 08/2024 is the operative standard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Human-in-the-loop by design keeps the tool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outside MiFID </a:t>
            </a:r>
            <a:r>
              <a:rPr lang="LID4096" sz="1600" dirty="0"/>
              <a:t>II Art. 17 algorithmic trading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LID4096" dirty="0"/>
              <a:t>⚠️ Line not crossed: profiling individual managers would trigger Annex III(4) high-risk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6968E0-6D96-2329-3E0E-278000D6E020}"/>
              </a:ext>
            </a:extLst>
          </p:cNvPr>
          <p:cNvSpPr txBox="1"/>
          <p:nvPr/>
        </p:nvSpPr>
        <p:spPr>
          <a:xfrm>
            <a:off x="787400" y="5479614"/>
            <a:ext cx="83972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000" dirty="0"/>
              <a:t>Sources: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Article 3: Definitions | EU Artificial Intelligence Act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Article 5: Prohibited AI Practices | EU Artificial Intelligence Act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Red Lines under EU AI Act: Unpacking the prohibition of emotion recognition in the workplace and education institutions (FPF)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AI regulation: Federal Council to ratify Council of Europe Convention (admin.ch)- Switzerland Sets Its Course on AI Legislation (Pestalozzi)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FINMA guidance on governance and risk management when using artificial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7E6E6"/>
      </a:lt2>
      <a:accent1>
        <a:srgbClr val="7F7F7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9C1F7D-CA43-457A-86A1-7A502A7F7374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b421291-180b-49c5-be6b-9232e2a78eb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779</TotalTime>
  <Words>2463</Words>
  <Application>Microsoft Office PowerPoint</Application>
  <PresentationFormat>Widescreen</PresentationFormat>
  <Paragraphs>220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AAAAAG+Calibri</vt:lpstr>
      <vt:lpstr>AAAAAM+Calibri-BoldItalic</vt:lpstr>
      <vt:lpstr>AAAAAO+Calibri-Italic</vt:lpstr>
      <vt:lpstr>Aptos</vt:lpstr>
      <vt:lpstr>Arial</vt:lpstr>
      <vt:lpstr>Calibri</vt:lpstr>
      <vt:lpstr>Calibri Light</vt:lpstr>
      <vt:lpstr>Office</vt:lpstr>
      <vt:lpstr>Office</vt:lpstr>
      <vt:lpstr>Reducing Emotional Biases in Investment Portfolio Management</vt:lpstr>
      <vt:lpstr>Topic and Motivation</vt:lpstr>
      <vt:lpstr>Example: Short Term market Reaction to Informational Shock </vt:lpstr>
      <vt:lpstr>Research Questions</vt:lpstr>
      <vt:lpstr>Method and Design</vt:lpstr>
      <vt:lpstr>Respondent Profile</vt:lpstr>
      <vt:lpstr>Respondent Profile(cont.)</vt:lpstr>
      <vt:lpstr>Research Framework</vt:lpstr>
      <vt:lpstr>Scenario and Shock Dashboard example</vt:lpstr>
      <vt:lpstr>Hypothesis H1 Null: Rejected</vt:lpstr>
      <vt:lpstr>Finding 2 H2 Null: Fail to Reject</vt:lpstr>
      <vt:lpstr>Key Figures</vt:lpstr>
      <vt:lpstr>Conclusions and Recommendations</vt:lpstr>
      <vt:lpstr>Ethical and legal Implications</vt:lpstr>
      <vt:lpstr>Personal Lessons Learned</vt:lpstr>
      <vt:lpstr>References</vt:lpstr>
      <vt:lpstr>Thank You</vt:lpstr>
      <vt:lpstr>Appendix 1: H1 regression results</vt:lpstr>
      <vt:lpstr>Appendix 1 (cont.): Robustness Spec</vt:lpstr>
      <vt:lpstr>Appendix 2: H2 regression results</vt:lpstr>
      <vt:lpstr>Appendix 3: Regression Method Explained</vt:lpstr>
      <vt:lpstr>Appendix 4: Normality of Key Responses and  Method Justification</vt:lpstr>
      <vt:lpstr>Appendix 5: Does shock score predict return?</vt:lpstr>
      <vt:lpstr>Appendix 5: Building the Shock Score</vt:lpstr>
      <vt:lpstr>Appendix 7: Shock Score decomposition.</vt:lpstr>
      <vt:lpstr>Appendix 8: Decision Protocols</vt:lpstr>
      <vt:lpstr>Appendix 9: Paradigm --  How the Design Answers the Research Questions</vt:lpstr>
      <vt:lpstr>Appendix 10: Regulatory Context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Dr. Günther Singer</dc:creator>
  <cp:lastModifiedBy>Alexey Malashonak</cp:lastModifiedBy>
  <cp:revision>25</cp:revision>
  <dcterms:created xsi:type="dcterms:W3CDTF">2021-09-23T13:50:55Z</dcterms:created>
  <dcterms:modified xsi:type="dcterms:W3CDTF">2026-09-01T22:01:29Z</dcterms:modified>
</cp:coreProperties>
</file>