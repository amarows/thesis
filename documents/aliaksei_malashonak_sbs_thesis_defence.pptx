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9"/>
  </p:notesMasterIdLst>
  <p:sldIdLst>
    <p:sldId id="256" r:id="rId3"/>
    <p:sldId id="257" r:id="rId4"/>
    <p:sldId id="295" r:id="rId5"/>
    <p:sldId id="283" r:id="rId6"/>
    <p:sldId id="306" r:id="rId7"/>
    <p:sldId id="293" r:id="rId8"/>
    <p:sldId id="285" r:id="rId9"/>
    <p:sldId id="286" r:id="rId10"/>
    <p:sldId id="287" r:id="rId11"/>
    <p:sldId id="319" r:id="rId12"/>
    <p:sldId id="320" r:id="rId13"/>
    <p:sldId id="289" r:id="rId14"/>
    <p:sldId id="290" r:id="rId15"/>
    <p:sldId id="291" r:id="rId16"/>
    <p:sldId id="292" r:id="rId17"/>
    <p:sldId id="307" r:id="rId18"/>
    <p:sldId id="308" r:id="rId19"/>
    <p:sldId id="312" r:id="rId20"/>
    <p:sldId id="296" r:id="rId21"/>
    <p:sldId id="297" r:id="rId22"/>
    <p:sldId id="298" r:id="rId23"/>
    <p:sldId id="299" r:id="rId24"/>
    <p:sldId id="300" r:id="rId25"/>
    <p:sldId id="258" r:id="rId26"/>
    <p:sldId id="259" r:id="rId27"/>
    <p:sldId id="301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26A4F00B-8F60-4812-A353-35E7FF8B4CAD}">
          <p14:sldIdLst>
            <p14:sldId id="256"/>
            <p14:sldId id="257"/>
            <p14:sldId id="295"/>
            <p14:sldId id="283"/>
            <p14:sldId id="306"/>
            <p14:sldId id="293"/>
            <p14:sldId id="285"/>
            <p14:sldId id="286"/>
            <p14:sldId id="287"/>
            <p14:sldId id="319"/>
            <p14:sldId id="320"/>
            <p14:sldId id="289"/>
            <p14:sldId id="290"/>
            <p14:sldId id="291"/>
            <p14:sldId id="292"/>
          </p14:sldIdLst>
        </p14:section>
        <p14:section name="Appendix" id="{804BA528-8A9E-42B5-823B-31D6B4ED8C94}">
          <p14:sldIdLst>
            <p14:sldId id="307"/>
            <p14:sldId id="308"/>
            <p14:sldId id="312"/>
            <p14:sldId id="296"/>
            <p14:sldId id="297"/>
            <p14:sldId id="298"/>
            <p14:sldId id="299"/>
            <p14:sldId id="300"/>
            <p14:sldId id="258"/>
            <p14:sldId id="259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2E"/>
    <a:srgbClr val="161A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8" autoAdjust="0"/>
    <p:restoredTop sz="95989" autoAdjust="0"/>
  </p:normalViewPr>
  <p:slideViewPr>
    <p:cSldViewPr snapToGrid="0" snapToObjects="1">
      <p:cViewPr>
        <p:scale>
          <a:sx n="150" d="100"/>
          <a:sy n="150" d="100"/>
        </p:scale>
        <p:origin x="1392" y="10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ey Malashonak" userId="52025583bffa8bdb" providerId="LiveId" clId="{11C5FCC3-8D8A-4B24-8FB4-6BCED8BE98B1}"/>
    <pc:docChg chg="undo custSel addSld delSld modSld sldOrd addMainMaster addSection modSection">
      <pc:chgData name="Alexey Malashonak" userId="52025583bffa8bdb" providerId="LiveId" clId="{11C5FCC3-8D8A-4B24-8FB4-6BCED8BE98B1}" dt="2026-08-31T09:56:29.943" v="1394" actId="1076"/>
      <pc:docMkLst>
        <pc:docMk/>
      </pc:docMkLst>
      <pc:sldChg chg="modSp mod">
        <pc:chgData name="Alexey Malashonak" userId="52025583bffa8bdb" providerId="LiveId" clId="{11C5FCC3-8D8A-4B24-8FB4-6BCED8BE98B1}" dt="2026-08-31T09:55:22.253" v="1390" actId="20577"/>
        <pc:sldMkLst>
          <pc:docMk/>
          <pc:sldMk cId="3087419212" sldId="256"/>
        </pc:sldMkLst>
        <pc:spChg chg="mod">
          <ac:chgData name="Alexey Malashonak" userId="52025583bffa8bdb" providerId="LiveId" clId="{11C5FCC3-8D8A-4B24-8FB4-6BCED8BE98B1}" dt="2026-08-31T09:54:58.970" v="1384" actId="14100"/>
          <ac:spMkLst>
            <pc:docMk/>
            <pc:sldMk cId="3087419212" sldId="256"/>
            <ac:spMk id="3" creationId="{DACDBF74-10F9-7C4F-AE8C-9C492CBC5D94}"/>
          </ac:spMkLst>
        </pc:spChg>
        <pc:spChg chg="mod">
          <ac:chgData name="Alexey Malashonak" userId="52025583bffa8bdb" providerId="LiveId" clId="{11C5FCC3-8D8A-4B24-8FB4-6BCED8BE98B1}" dt="2026-08-31T09:55:22.253" v="1390" actId="20577"/>
          <ac:spMkLst>
            <pc:docMk/>
            <pc:sldMk cId="3087419212" sldId="256"/>
            <ac:spMk id="4" creationId="{9AB1290F-CD9E-AA45-01C4-12B2F42319C5}"/>
          </ac:spMkLst>
        </pc:spChg>
      </pc:sldChg>
      <pc:sldChg chg="addSp delSp modSp mod">
        <pc:chgData name="Alexey Malashonak" userId="52025583bffa8bdb" providerId="LiveId" clId="{11C5FCC3-8D8A-4B24-8FB4-6BCED8BE98B1}" dt="2026-08-31T09:55:50.824" v="1391" actId="14100"/>
        <pc:sldMkLst>
          <pc:docMk/>
          <pc:sldMk cId="3410717024" sldId="257"/>
        </pc:sldMkLst>
        <pc:spChg chg="mod">
          <ac:chgData name="Alexey Malashonak" userId="52025583bffa8bdb" providerId="LiveId" clId="{11C5FCC3-8D8A-4B24-8FB4-6BCED8BE98B1}" dt="2026-08-31T09:55:50.824" v="1391" actId="14100"/>
          <ac:spMkLst>
            <pc:docMk/>
            <pc:sldMk cId="3410717024" sldId="257"/>
            <ac:spMk id="3" creationId="{395D3EC4-46A1-A411-92FC-D6D6575EFB2C}"/>
          </ac:spMkLst>
        </pc:spChg>
        <pc:spChg chg="add del mod">
          <ac:chgData name="Alexey Malashonak" userId="52025583bffa8bdb" providerId="LiveId" clId="{11C5FCC3-8D8A-4B24-8FB4-6BCED8BE98B1}" dt="2026-08-31T09:46:09.112" v="1234" actId="478"/>
          <ac:spMkLst>
            <pc:docMk/>
            <pc:sldMk cId="3410717024" sldId="257"/>
            <ac:spMk id="23" creationId="{91F5FA87-F47C-E802-E1C2-A1399098B187}"/>
          </ac:spMkLst>
        </pc:spChg>
      </pc:sldChg>
      <pc:sldChg chg="modSp mod">
        <pc:chgData name="Alexey Malashonak" userId="52025583bffa8bdb" providerId="LiveId" clId="{11C5FCC3-8D8A-4B24-8FB4-6BCED8BE98B1}" dt="2026-08-31T09:52:21.645" v="1359" actId="20577"/>
        <pc:sldMkLst>
          <pc:docMk/>
          <pc:sldMk cId="0" sldId="258"/>
        </pc:sldMkLst>
        <pc:spChg chg="mod">
          <ac:chgData name="Alexey Malashonak" userId="52025583bffa8bdb" providerId="LiveId" clId="{11C5FCC3-8D8A-4B24-8FB4-6BCED8BE98B1}" dt="2026-08-31T09:52:21.645" v="1359" actId="20577"/>
          <ac:spMkLst>
            <pc:docMk/>
            <pc:sldMk cId="0" sldId="258"/>
            <ac:spMk id="2" creationId="{00000000-0000-0000-0000-000000000000}"/>
          </ac:spMkLst>
        </pc:spChg>
        <pc:picChg chg="mod">
          <ac:chgData name="Alexey Malashonak" userId="52025583bffa8bdb" providerId="LiveId" clId="{11C5FCC3-8D8A-4B24-8FB4-6BCED8BE98B1}" dt="2026-08-31T09:51:58.687" v="1330" actId="1076"/>
          <ac:picMkLst>
            <pc:docMk/>
            <pc:sldMk cId="0" sldId="258"/>
            <ac:picMk id="3" creationId="{00000000-0000-0000-0000-000000000000}"/>
          </ac:picMkLst>
        </pc:picChg>
      </pc:sldChg>
      <pc:sldChg chg="modSp mod">
        <pc:chgData name="Alexey Malashonak" userId="52025583bffa8bdb" providerId="LiveId" clId="{11C5FCC3-8D8A-4B24-8FB4-6BCED8BE98B1}" dt="2026-08-31T09:52:18.647" v="1355" actId="20577"/>
        <pc:sldMkLst>
          <pc:docMk/>
          <pc:sldMk cId="0" sldId="259"/>
        </pc:sldMkLst>
        <pc:spChg chg="mod">
          <ac:chgData name="Alexey Malashonak" userId="52025583bffa8bdb" providerId="LiveId" clId="{11C5FCC3-8D8A-4B24-8FB4-6BCED8BE98B1}" dt="2026-08-31T09:52:18.647" v="1355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 mod">
        <pc:chgData name="Alexey Malashonak" userId="52025583bffa8bdb" providerId="LiveId" clId="{11C5FCC3-8D8A-4B24-8FB4-6BCED8BE98B1}" dt="2026-08-31T09:45:25.581" v="1228" actId="27636"/>
        <pc:sldMkLst>
          <pc:docMk/>
          <pc:sldMk cId="3410717024" sldId="283"/>
        </pc:sldMkLst>
        <pc:spChg chg="mod">
          <ac:chgData name="Alexey Malashonak" userId="52025583bffa8bdb" providerId="LiveId" clId="{11C5FCC3-8D8A-4B24-8FB4-6BCED8BE98B1}" dt="2026-08-31T09:45:25.581" v="1228" actId="27636"/>
          <ac:spMkLst>
            <pc:docMk/>
            <pc:sldMk cId="3410717024" sldId="283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8-31T09:08:51.740" v="759" actId="1076"/>
          <ac:spMkLst>
            <pc:docMk/>
            <pc:sldMk cId="3410717024" sldId="283"/>
            <ac:spMk id="10" creationId="{EE59A311-1788-51B4-8857-130C2D983308}"/>
          </ac:spMkLst>
        </pc:spChg>
        <pc:spChg chg="mod">
          <ac:chgData name="Alexey Malashonak" userId="52025583bffa8bdb" providerId="LiveId" clId="{11C5FCC3-8D8A-4B24-8FB4-6BCED8BE98B1}" dt="2026-08-31T09:08:47.427" v="758" actId="20577"/>
          <ac:spMkLst>
            <pc:docMk/>
            <pc:sldMk cId="3410717024" sldId="283"/>
            <ac:spMk id="11" creationId="{D98E9595-2CBD-A7A9-F151-70E3F46C619D}"/>
          </ac:spMkLst>
        </pc:spChg>
      </pc:sldChg>
      <pc:sldChg chg="del">
        <pc:chgData name="Alexey Malashonak" userId="52025583bffa8bdb" providerId="LiveId" clId="{11C5FCC3-8D8A-4B24-8FB4-6BCED8BE98B1}" dt="2026-08-31T08:46:03.887" v="28"/>
        <pc:sldMkLst>
          <pc:docMk/>
          <pc:sldMk cId="3410717024" sldId="284"/>
        </pc:sldMkLst>
      </pc:sldChg>
      <pc:sldChg chg="addSp modSp mod setBg">
        <pc:chgData name="Alexey Malashonak" userId="52025583bffa8bdb" providerId="LiveId" clId="{11C5FCC3-8D8A-4B24-8FB4-6BCED8BE98B1}" dt="2026-08-31T09:56:29.943" v="1394" actId="1076"/>
        <pc:sldMkLst>
          <pc:docMk/>
          <pc:sldMk cId="3410717024" sldId="285"/>
        </pc:sldMkLst>
        <pc:spChg chg="mod">
          <ac:chgData name="Alexey Malashonak" userId="52025583bffa8bdb" providerId="LiveId" clId="{11C5FCC3-8D8A-4B24-8FB4-6BCED8BE98B1}" dt="2026-08-31T09:31:04.924" v="946" actId="207"/>
          <ac:spMkLst>
            <pc:docMk/>
            <pc:sldMk cId="3410717024" sldId="285"/>
            <ac:spMk id="2" creationId="{090EAC2A-5706-C65F-88DE-7DA698789FBD}"/>
          </ac:spMkLst>
        </pc:spChg>
        <pc:spChg chg="add mod">
          <ac:chgData name="Alexey Malashonak" userId="52025583bffa8bdb" providerId="LiveId" clId="{11C5FCC3-8D8A-4B24-8FB4-6BCED8BE98B1}" dt="2026-08-31T09:46:29.983" v="1238" actId="27636"/>
          <ac:spMkLst>
            <pc:docMk/>
            <pc:sldMk cId="3410717024" sldId="285"/>
            <ac:spMk id="3" creationId="{21D1C2F3-DA83-9B75-1CDF-219445402582}"/>
          </ac:spMkLst>
        </pc:spChg>
        <pc:spChg chg="add mod">
          <ac:chgData name="Alexey Malashonak" userId="52025583bffa8bdb" providerId="LiveId" clId="{11C5FCC3-8D8A-4B24-8FB4-6BCED8BE98B1}" dt="2026-08-31T09:46:37.030" v="1240" actId="14100"/>
          <ac:spMkLst>
            <pc:docMk/>
            <pc:sldMk cId="3410717024" sldId="285"/>
            <ac:spMk id="4" creationId="{EFBB0AF2-1B43-A915-BB0C-5C5CD8EB40F9}"/>
          </ac:spMkLst>
        </pc:spChg>
        <pc:picChg chg="mod">
          <ac:chgData name="Alexey Malashonak" userId="52025583bffa8bdb" providerId="LiveId" clId="{11C5FCC3-8D8A-4B24-8FB4-6BCED8BE98B1}" dt="2026-08-31T09:56:29.943" v="1394" actId="1076"/>
          <ac:picMkLst>
            <pc:docMk/>
            <pc:sldMk cId="3410717024" sldId="285"/>
            <ac:picMk id="10" creationId="{007F835B-730E-57B2-EC0A-3172FF98220A}"/>
          </ac:picMkLst>
        </pc:picChg>
      </pc:sldChg>
      <pc:sldChg chg="modSp mod">
        <pc:chgData name="Alexey Malashonak" userId="52025583bffa8bdb" providerId="LiveId" clId="{11C5FCC3-8D8A-4B24-8FB4-6BCED8BE98B1}" dt="2026-08-31T09:45:15.658" v="1224" actId="27636"/>
        <pc:sldMkLst>
          <pc:docMk/>
          <pc:sldMk cId="3410717024" sldId="286"/>
        </pc:sldMkLst>
        <pc:spChg chg="mod">
          <ac:chgData name="Alexey Malashonak" userId="52025583bffa8bdb" providerId="LiveId" clId="{11C5FCC3-8D8A-4B24-8FB4-6BCED8BE98B1}" dt="2026-08-31T08:59:53.656" v="546" actId="20577"/>
          <ac:spMkLst>
            <pc:docMk/>
            <pc:sldMk cId="3410717024" sldId="286"/>
            <ac:spMk id="2" creationId="{090EAC2A-5706-C65F-88DE-7DA698789FBD}"/>
          </ac:spMkLst>
        </pc:spChg>
        <pc:spChg chg="mod">
          <ac:chgData name="Alexey Malashonak" userId="52025583bffa8bdb" providerId="LiveId" clId="{11C5FCC3-8D8A-4B24-8FB4-6BCED8BE98B1}" dt="2026-08-31T09:45:15.658" v="1224" actId="27636"/>
          <ac:spMkLst>
            <pc:docMk/>
            <pc:sldMk cId="3410717024" sldId="286"/>
            <ac:spMk id="3" creationId="{395D3EC4-46A1-A411-92FC-D6D6575EFB2C}"/>
          </ac:spMkLst>
        </pc:spChg>
      </pc:sldChg>
      <pc:sldChg chg="modSp mod">
        <pc:chgData name="Alexey Malashonak" userId="52025583bffa8bdb" providerId="LiveId" clId="{11C5FCC3-8D8A-4B24-8FB4-6BCED8BE98B1}" dt="2026-08-31T09:45:17.981" v="1226" actId="27636"/>
        <pc:sldMkLst>
          <pc:docMk/>
          <pc:sldMk cId="3410717024" sldId="287"/>
        </pc:sldMkLst>
        <pc:spChg chg="mod">
          <ac:chgData name="Alexey Malashonak" userId="52025583bffa8bdb" providerId="LiveId" clId="{11C5FCC3-8D8A-4B24-8FB4-6BCED8BE98B1}" dt="2026-08-31T09:45:17.981" v="1226" actId="27636"/>
          <ac:spMkLst>
            <pc:docMk/>
            <pc:sldMk cId="3410717024" sldId="287"/>
            <ac:spMk id="3" creationId="{395D3EC4-46A1-A411-92FC-D6D6575EFB2C}"/>
          </ac:spMkLst>
        </pc:spChg>
      </pc:sldChg>
      <pc:sldChg chg="del">
        <pc:chgData name="Alexey Malashonak" userId="52025583bffa8bdb" providerId="LiveId" clId="{11C5FCC3-8D8A-4B24-8FB4-6BCED8BE98B1}" dt="2026-08-31T09:28:08.530" v="916" actId="47"/>
        <pc:sldMkLst>
          <pc:docMk/>
          <pc:sldMk cId="3410717024" sldId="288"/>
        </pc:sldMkLst>
      </pc:sldChg>
      <pc:sldChg chg="addSp delSp modSp mod">
        <pc:chgData name="Alexey Malashonak" userId="52025583bffa8bdb" providerId="LiveId" clId="{11C5FCC3-8D8A-4B24-8FB4-6BCED8BE98B1}" dt="2026-08-31T09:44:47.191" v="1216" actId="20577"/>
        <pc:sldMkLst>
          <pc:docMk/>
          <pc:sldMk cId="3410717024" sldId="289"/>
        </pc:sldMkLst>
        <pc:spChg chg="mod">
          <ac:chgData name="Alexey Malashonak" userId="52025583bffa8bdb" providerId="LiveId" clId="{11C5FCC3-8D8A-4B24-8FB4-6BCED8BE98B1}" dt="2026-08-31T09:42:26.282" v="1173" actId="20577"/>
          <ac:spMkLst>
            <pc:docMk/>
            <pc:sldMk cId="3410717024" sldId="289"/>
            <ac:spMk id="2" creationId="{090EAC2A-5706-C65F-88DE-7DA698789FBD}"/>
          </ac:spMkLst>
        </pc:spChg>
        <pc:spChg chg="del mod">
          <ac:chgData name="Alexey Malashonak" userId="52025583bffa8bdb" providerId="LiveId" clId="{11C5FCC3-8D8A-4B24-8FB4-6BCED8BE98B1}" dt="2026-08-31T09:42:29.471" v="1174" actId="478"/>
          <ac:spMkLst>
            <pc:docMk/>
            <pc:sldMk cId="3410717024" sldId="289"/>
            <ac:spMk id="3" creationId="{395D3EC4-46A1-A411-92FC-D6D6575EFB2C}"/>
          </ac:spMkLst>
        </pc:spChg>
        <pc:spChg chg="add mod">
          <ac:chgData name="Alexey Malashonak" userId="52025583bffa8bdb" providerId="LiveId" clId="{11C5FCC3-8D8A-4B24-8FB4-6BCED8BE98B1}" dt="2026-08-31T09:44:47.191" v="1216" actId="20577"/>
          <ac:spMkLst>
            <pc:docMk/>
            <pc:sldMk cId="3410717024" sldId="289"/>
            <ac:spMk id="5" creationId="{B5AF9FCE-1C4D-E903-5D85-78D2A28C319D}"/>
          </ac:spMkLst>
        </pc:spChg>
        <pc:spChg chg="add del mod">
          <ac:chgData name="Alexey Malashonak" userId="52025583bffa8bdb" providerId="LiveId" clId="{11C5FCC3-8D8A-4B24-8FB4-6BCED8BE98B1}" dt="2026-08-31T09:42:35.659" v="1175" actId="478"/>
          <ac:spMkLst>
            <pc:docMk/>
            <pc:sldMk cId="3410717024" sldId="289"/>
            <ac:spMk id="7" creationId="{71FBC94B-60E0-4949-E34E-22C6DAD285D0}"/>
          </ac:spMkLst>
        </pc:spChg>
        <pc:spChg chg="add mod">
          <ac:chgData name="Alexey Malashonak" userId="52025583bffa8bdb" providerId="LiveId" clId="{11C5FCC3-8D8A-4B24-8FB4-6BCED8BE98B1}" dt="2026-08-31T09:44:45.247" v="1214" actId="1076"/>
          <ac:spMkLst>
            <pc:docMk/>
            <pc:sldMk cId="3410717024" sldId="289"/>
            <ac:spMk id="9" creationId="{E66968E0-6D96-2329-3E0E-278000D6E020}"/>
          </ac:spMkLst>
        </pc:spChg>
      </pc:sldChg>
      <pc:sldChg chg="modSp mod">
        <pc:chgData name="Alexey Malashonak" userId="52025583bffa8bdb" providerId="LiveId" clId="{11C5FCC3-8D8A-4B24-8FB4-6BCED8BE98B1}" dt="2026-08-31T09:45:05.683" v="1221" actId="27636"/>
        <pc:sldMkLst>
          <pc:docMk/>
          <pc:sldMk cId="3410717024" sldId="290"/>
        </pc:sldMkLst>
        <pc:spChg chg="mod">
          <ac:chgData name="Alexey Malashonak" userId="52025583bffa8bdb" providerId="LiveId" clId="{11C5FCC3-8D8A-4B24-8FB4-6BCED8BE98B1}" dt="2026-08-31T09:45:05.683" v="1221" actId="27636"/>
          <ac:spMkLst>
            <pc:docMk/>
            <pc:sldMk cId="3410717024" sldId="290"/>
            <ac:spMk id="3" creationId="{395D3EC4-46A1-A411-92FC-D6D6575EFB2C}"/>
          </ac:spMkLst>
        </pc:spChg>
      </pc:sldChg>
      <pc:sldChg chg="modSp mod">
        <pc:chgData name="Alexey Malashonak" userId="52025583bffa8bdb" providerId="LiveId" clId="{11C5FCC3-8D8A-4B24-8FB4-6BCED8BE98B1}" dt="2026-08-31T09:56:03.579" v="1392" actId="14100"/>
        <pc:sldMkLst>
          <pc:docMk/>
          <pc:sldMk cId="2991031542" sldId="293"/>
        </pc:sldMkLst>
        <pc:picChg chg="mod">
          <ac:chgData name="Alexey Malashonak" userId="52025583bffa8bdb" providerId="LiveId" clId="{11C5FCC3-8D8A-4B24-8FB4-6BCED8BE98B1}" dt="2026-08-31T09:56:03.579" v="1392" actId="14100"/>
          <ac:picMkLst>
            <pc:docMk/>
            <pc:sldMk cId="2991031542" sldId="293"/>
            <ac:picMk id="6" creationId="{694D6F6B-2753-8922-FEF4-AB41DD0A4363}"/>
          </ac:picMkLst>
        </pc:picChg>
      </pc:sldChg>
      <pc:sldChg chg="modSp mod setBg">
        <pc:chgData name="Alexey Malashonak" userId="52025583bffa8bdb" providerId="LiveId" clId="{11C5FCC3-8D8A-4B24-8FB4-6BCED8BE98B1}" dt="2026-08-31T09:30:31.494" v="944" actId="14100"/>
        <pc:sldMkLst>
          <pc:docMk/>
          <pc:sldMk cId="1696332148" sldId="295"/>
        </pc:sldMkLst>
        <pc:spChg chg="mod">
          <ac:chgData name="Alexey Malashonak" userId="52025583bffa8bdb" providerId="LiveId" clId="{11C5FCC3-8D8A-4B24-8FB4-6BCED8BE98B1}" dt="2026-08-31T09:30:01.571" v="939" actId="1076"/>
          <ac:spMkLst>
            <pc:docMk/>
            <pc:sldMk cId="1696332148" sldId="295"/>
            <ac:spMk id="2" creationId="{882C97E8-855F-AB5B-B030-657DB168F27C}"/>
          </ac:spMkLst>
        </pc:spChg>
        <pc:spChg chg="mod">
          <ac:chgData name="Alexey Malashonak" userId="52025583bffa8bdb" providerId="LiveId" clId="{11C5FCC3-8D8A-4B24-8FB4-6BCED8BE98B1}" dt="2026-08-31T09:30:31.494" v="944" actId="14100"/>
          <ac:spMkLst>
            <pc:docMk/>
            <pc:sldMk cId="1696332148" sldId="295"/>
            <ac:spMk id="8" creationId="{F55A1114-C15A-A114-C8DE-72820D9A1DC2}"/>
          </ac:spMkLst>
        </pc:spChg>
        <pc:picChg chg="mod ord">
          <ac:chgData name="Alexey Malashonak" userId="52025583bffa8bdb" providerId="LiveId" clId="{11C5FCC3-8D8A-4B24-8FB4-6BCED8BE98B1}" dt="2026-08-31T09:30:07.711" v="941" actId="1076"/>
          <ac:picMkLst>
            <pc:docMk/>
            <pc:sldMk cId="1696332148" sldId="295"/>
            <ac:picMk id="5" creationId="{6710EA77-63D4-3C98-DE04-4E2E842F4F97}"/>
          </ac:picMkLst>
        </pc:picChg>
      </pc:sldChg>
      <pc:sldChg chg="modSp mod">
        <pc:chgData name="Alexey Malashonak" userId="52025583bffa8bdb" providerId="LiveId" clId="{11C5FCC3-8D8A-4B24-8FB4-6BCED8BE98B1}" dt="2026-08-31T09:49:44.444" v="1274" actId="20577"/>
        <pc:sldMkLst>
          <pc:docMk/>
          <pc:sldMk cId="2104700431" sldId="296"/>
        </pc:sldMkLst>
        <pc:spChg chg="mod">
          <ac:chgData name="Alexey Malashonak" userId="52025583bffa8bdb" providerId="LiveId" clId="{11C5FCC3-8D8A-4B24-8FB4-6BCED8BE98B1}" dt="2026-08-31T09:49:44.444" v="1274" actId="20577"/>
          <ac:spMkLst>
            <pc:docMk/>
            <pc:sldMk cId="2104700431" sldId="296"/>
            <ac:spMk id="2" creationId="{F8602237-DAD9-E594-3E62-B1A9ABD4ABEE}"/>
          </ac:spMkLst>
        </pc:spChg>
        <pc:spChg chg="mod">
          <ac:chgData name="Alexey Malashonak" userId="52025583bffa8bdb" providerId="LiveId" clId="{11C5FCC3-8D8A-4B24-8FB4-6BCED8BE98B1}" dt="2026-08-31T09:48:08.272" v="1248" actId="2710"/>
          <ac:spMkLst>
            <pc:docMk/>
            <pc:sldMk cId="2104700431" sldId="296"/>
            <ac:spMk id="9" creationId="{D3298BAB-5072-DD12-CE47-603325557C84}"/>
          </ac:spMkLst>
        </pc:spChg>
        <pc:spChg chg="mod">
          <ac:chgData name="Alexey Malashonak" userId="52025583bffa8bdb" providerId="LiveId" clId="{11C5FCC3-8D8A-4B24-8FB4-6BCED8BE98B1}" dt="2026-08-31T09:48:25.739" v="1253" actId="1076"/>
          <ac:spMkLst>
            <pc:docMk/>
            <pc:sldMk cId="2104700431" sldId="296"/>
            <ac:spMk id="11" creationId="{47347709-57F4-F9A8-4B6E-719EACD7653D}"/>
          </ac:spMkLst>
        </pc:spChg>
        <pc:spChg chg="mod">
          <ac:chgData name="Alexey Malashonak" userId="52025583bffa8bdb" providerId="LiveId" clId="{11C5FCC3-8D8A-4B24-8FB4-6BCED8BE98B1}" dt="2026-08-31T09:49:17.857" v="1260" actId="20577"/>
          <ac:spMkLst>
            <pc:docMk/>
            <pc:sldMk cId="2104700431" sldId="296"/>
            <ac:spMk id="15" creationId="{552525F8-591B-66AD-67B6-053DD8C68BC1}"/>
          </ac:spMkLst>
        </pc:spChg>
        <pc:picChg chg="mod">
          <ac:chgData name="Alexey Malashonak" userId="52025583bffa8bdb" providerId="LiveId" clId="{11C5FCC3-8D8A-4B24-8FB4-6BCED8BE98B1}" dt="2026-08-31T09:48:20.052" v="1251" actId="14100"/>
          <ac:picMkLst>
            <pc:docMk/>
            <pc:sldMk cId="2104700431" sldId="296"/>
            <ac:picMk id="5" creationId="{07CB72D1-766D-26AB-7AEC-3BE0121416C5}"/>
          </ac:picMkLst>
        </pc:picChg>
        <pc:picChg chg="mod">
          <ac:chgData name="Alexey Malashonak" userId="52025583bffa8bdb" providerId="LiveId" clId="{11C5FCC3-8D8A-4B24-8FB4-6BCED8BE98B1}" dt="2026-08-31T09:48:22.461" v="1252" actId="14100"/>
          <ac:picMkLst>
            <pc:docMk/>
            <pc:sldMk cId="2104700431" sldId="296"/>
            <ac:picMk id="7" creationId="{EC875994-5B4D-6920-B980-FD390EC8D983}"/>
          </ac:picMkLst>
        </pc:picChg>
      </pc:sldChg>
      <pc:sldChg chg="modSp mod">
        <pc:chgData name="Alexey Malashonak" userId="52025583bffa8bdb" providerId="LiveId" clId="{11C5FCC3-8D8A-4B24-8FB4-6BCED8BE98B1}" dt="2026-08-31T09:49:50.642" v="1277" actId="20577"/>
        <pc:sldMkLst>
          <pc:docMk/>
          <pc:sldMk cId="204907885" sldId="297"/>
        </pc:sldMkLst>
        <pc:spChg chg="mod">
          <ac:chgData name="Alexey Malashonak" userId="52025583bffa8bdb" providerId="LiveId" clId="{11C5FCC3-8D8A-4B24-8FB4-6BCED8BE98B1}" dt="2026-08-31T09:49:50.642" v="1277" actId="20577"/>
          <ac:spMkLst>
            <pc:docMk/>
            <pc:sldMk cId="204907885" sldId="297"/>
            <ac:spMk id="2" creationId="{70913560-5D50-E845-AFB4-EB74F0894A87}"/>
          </ac:spMkLst>
        </pc:spChg>
      </pc:sldChg>
      <pc:sldChg chg="modSp mod">
        <pc:chgData name="Alexey Malashonak" userId="52025583bffa8bdb" providerId="LiveId" clId="{11C5FCC3-8D8A-4B24-8FB4-6BCED8BE98B1}" dt="2026-08-31T09:50:04.181" v="1280" actId="20577"/>
        <pc:sldMkLst>
          <pc:docMk/>
          <pc:sldMk cId="145048705" sldId="298"/>
        </pc:sldMkLst>
        <pc:spChg chg="mod">
          <ac:chgData name="Alexey Malashonak" userId="52025583bffa8bdb" providerId="LiveId" clId="{11C5FCC3-8D8A-4B24-8FB4-6BCED8BE98B1}" dt="2026-08-31T09:50:04.181" v="1280" actId="20577"/>
          <ac:spMkLst>
            <pc:docMk/>
            <pc:sldMk cId="145048705" sldId="298"/>
            <ac:spMk id="2" creationId="{A3074B05-256B-C455-1B9C-2B6D09A24EE1}"/>
          </ac:spMkLst>
        </pc:spChg>
      </pc:sldChg>
      <pc:sldChg chg="modSp mod">
        <pc:chgData name="Alexey Malashonak" userId="52025583bffa8bdb" providerId="LiveId" clId="{11C5FCC3-8D8A-4B24-8FB4-6BCED8BE98B1}" dt="2026-08-31T09:51:16.946" v="1299" actId="17032"/>
        <pc:sldMkLst>
          <pc:docMk/>
          <pc:sldMk cId="0" sldId="299"/>
        </pc:sldMkLst>
        <pc:spChg chg="mod">
          <ac:chgData name="Alexey Malashonak" userId="52025583bffa8bdb" providerId="LiveId" clId="{11C5FCC3-8D8A-4B24-8FB4-6BCED8BE98B1}" dt="2026-08-31T09:50:08.775" v="1283" actId="20577"/>
          <ac:spMkLst>
            <pc:docMk/>
            <pc:sldMk cId="0" sldId="299"/>
            <ac:spMk id="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35.566" v="1292" actId="255"/>
          <ac:spMkLst>
            <pc:docMk/>
            <pc:sldMk cId="0" sldId="299"/>
            <ac:spMk id="4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40.595" v="1294" actId="14100"/>
          <ac:spMkLst>
            <pc:docMk/>
            <pc:sldMk cId="0" sldId="299"/>
            <ac:spMk id="6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45.102" v="1295" actId="255"/>
          <ac:spMkLst>
            <pc:docMk/>
            <pc:sldMk cId="0" sldId="299"/>
            <ac:spMk id="8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0:48.017" v="1296" actId="255"/>
          <ac:spMkLst>
            <pc:docMk/>
            <pc:sldMk cId="0" sldId="299"/>
            <ac:spMk id="10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1:12.538" v="1298" actId="17032"/>
          <ac:spMkLst>
            <pc:docMk/>
            <pc:sldMk cId="0" sldId="299"/>
            <ac:spMk id="11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1:12.538" v="1298" actId="17032"/>
          <ac:spMkLst>
            <pc:docMk/>
            <pc:sldMk cId="0" sldId="299"/>
            <ac:spMk id="14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1:12.538" v="1298" actId="17032"/>
          <ac:spMkLst>
            <pc:docMk/>
            <pc:sldMk cId="0" sldId="299"/>
            <ac:spMk id="17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51:16.946" v="1299" actId="17032"/>
          <ac:spMkLst>
            <pc:docMk/>
            <pc:sldMk cId="0" sldId="299"/>
            <ac:spMk id="18" creationId="{00000000-0000-0000-0000-000000000000}"/>
          </ac:spMkLst>
        </pc:spChg>
      </pc:sldChg>
      <pc:sldChg chg="modSp mod">
        <pc:chgData name="Alexey Malashonak" userId="52025583bffa8bdb" providerId="LiveId" clId="{11C5FCC3-8D8A-4B24-8FB4-6BCED8BE98B1}" dt="2026-08-31T09:51:51.414" v="1329" actId="20577"/>
        <pc:sldMkLst>
          <pc:docMk/>
          <pc:sldMk cId="0" sldId="300"/>
        </pc:sldMkLst>
        <pc:spChg chg="mod">
          <ac:chgData name="Alexey Malashonak" userId="52025583bffa8bdb" providerId="LiveId" clId="{11C5FCC3-8D8A-4B24-8FB4-6BCED8BE98B1}" dt="2026-08-31T09:51:51.414" v="1329" actId="20577"/>
          <ac:spMkLst>
            <pc:docMk/>
            <pc:sldMk cId="0" sldId="300"/>
            <ac:spMk id="2" creationId="{00000000-0000-0000-0000-000000000000}"/>
          </ac:spMkLst>
        </pc:spChg>
      </pc:sldChg>
      <pc:sldChg chg="modSp mod">
        <pc:chgData name="Alexey Malashonak" userId="52025583bffa8bdb" providerId="LiveId" clId="{11C5FCC3-8D8A-4B24-8FB4-6BCED8BE98B1}" dt="2026-08-31T09:54:04.822" v="1379" actId="113"/>
        <pc:sldMkLst>
          <pc:docMk/>
          <pc:sldMk cId="730449677" sldId="301"/>
        </pc:sldMkLst>
        <pc:spChg chg="mod">
          <ac:chgData name="Alexey Malashonak" userId="52025583bffa8bdb" providerId="LiveId" clId="{11C5FCC3-8D8A-4B24-8FB4-6BCED8BE98B1}" dt="2026-08-31T09:53:13.610" v="1374" actId="20577"/>
          <ac:spMkLst>
            <pc:docMk/>
            <pc:sldMk cId="730449677" sldId="301"/>
            <ac:spMk id="2" creationId="{A41EB5C9-A83D-CF35-0B41-14C66E66B58A}"/>
          </ac:spMkLst>
        </pc:spChg>
        <pc:spChg chg="mod">
          <ac:chgData name="Alexey Malashonak" userId="52025583bffa8bdb" providerId="LiveId" clId="{11C5FCC3-8D8A-4B24-8FB4-6BCED8BE98B1}" dt="2026-08-31T09:54:04.822" v="1379" actId="113"/>
          <ac:spMkLst>
            <pc:docMk/>
            <pc:sldMk cId="730449677" sldId="301"/>
            <ac:spMk id="4" creationId="{094CDAF0-1A99-262F-5FB0-DFDE74EBA0B5}"/>
          </ac:spMkLst>
        </pc:spChg>
        <pc:spChg chg="mod">
          <ac:chgData name="Alexey Malashonak" userId="52025583bffa8bdb" providerId="LiveId" clId="{11C5FCC3-8D8A-4B24-8FB4-6BCED8BE98B1}" dt="2026-08-31T09:52:46.447" v="1365" actId="14100"/>
          <ac:spMkLst>
            <pc:docMk/>
            <pc:sldMk cId="730449677" sldId="301"/>
            <ac:spMk id="7" creationId="{24323253-08C3-996B-CE7D-5FE2DF8B1AD5}"/>
          </ac:spMkLst>
        </pc:spChg>
        <pc:picChg chg="mod">
          <ac:chgData name="Alexey Malashonak" userId="52025583bffa8bdb" providerId="LiveId" clId="{11C5FCC3-8D8A-4B24-8FB4-6BCED8BE98B1}" dt="2026-08-31T09:52:36.324" v="1362" actId="14100"/>
          <ac:picMkLst>
            <pc:docMk/>
            <pc:sldMk cId="730449677" sldId="301"/>
            <ac:picMk id="11" creationId="{E05AAB0B-27A9-0644-015D-6F44103613D0}"/>
          </ac:picMkLst>
        </pc:picChg>
      </pc:sldChg>
      <pc:sldChg chg="modSp add del mod">
        <pc:chgData name="Alexey Malashonak" userId="52025583bffa8bdb" providerId="LiveId" clId="{11C5FCC3-8D8A-4B24-8FB4-6BCED8BE98B1}" dt="2026-08-31T08:46:09.350" v="40"/>
        <pc:sldMkLst>
          <pc:docMk/>
          <pc:sldMk cId="2998053709" sldId="302"/>
        </pc:sldMkLst>
        <pc:spChg chg="mod">
          <ac:chgData name="Alexey Malashonak" userId="52025583bffa8bdb" providerId="LiveId" clId="{11C5FCC3-8D8A-4B24-8FB4-6BCED8BE98B1}" dt="2026-08-31T08:46:03.891" v="29" actId="27636"/>
          <ac:spMkLst>
            <pc:docMk/>
            <pc:sldMk cId="2998053709" sldId="302"/>
            <ac:spMk id="3" creationId="{395D3EC4-46A1-A411-92FC-D6D6575EFB2C}"/>
          </ac:spMkLst>
        </pc:spChg>
      </pc:sldChg>
      <pc:sldChg chg="add del">
        <pc:chgData name="Alexey Malashonak" userId="52025583bffa8bdb" providerId="LiveId" clId="{11C5FCC3-8D8A-4B24-8FB4-6BCED8BE98B1}" dt="2026-08-31T08:46:12.796" v="52"/>
        <pc:sldMkLst>
          <pc:docMk/>
          <pc:sldMk cId="4064916523" sldId="303"/>
        </pc:sldMkLst>
      </pc:sldChg>
      <pc:sldChg chg="add del">
        <pc:chgData name="Alexey Malashonak" userId="52025583bffa8bdb" providerId="LiveId" clId="{11C5FCC3-8D8A-4B24-8FB4-6BCED8BE98B1}" dt="2026-08-31T08:46:16.218" v="66"/>
        <pc:sldMkLst>
          <pc:docMk/>
          <pc:sldMk cId="3612903740" sldId="304"/>
        </pc:sldMkLst>
      </pc:sldChg>
      <pc:sldChg chg="add del">
        <pc:chgData name="Alexey Malashonak" userId="52025583bffa8bdb" providerId="LiveId" clId="{11C5FCC3-8D8A-4B24-8FB4-6BCED8BE98B1}" dt="2026-08-31T08:46:19.585" v="81"/>
        <pc:sldMkLst>
          <pc:docMk/>
          <pc:sldMk cId="1885672780" sldId="305"/>
        </pc:sldMkLst>
      </pc:sldChg>
      <pc:sldChg chg="modSp add mod">
        <pc:chgData name="Alexey Malashonak" userId="52025583bffa8bdb" providerId="LiveId" clId="{11C5FCC3-8D8A-4B24-8FB4-6BCED8BE98B1}" dt="2026-08-31T09:46:57.226" v="1241" actId="207"/>
        <pc:sldMkLst>
          <pc:docMk/>
          <pc:sldMk cId="1396353151" sldId="306"/>
        </pc:sldMkLst>
        <pc:spChg chg="mod">
          <ac:chgData name="Alexey Malashonak" userId="52025583bffa8bdb" providerId="LiveId" clId="{11C5FCC3-8D8A-4B24-8FB4-6BCED8BE98B1}" dt="2026-08-31T09:46:57.226" v="1241" actId="207"/>
          <ac:spMkLst>
            <pc:docMk/>
            <pc:sldMk cId="1396353151" sldId="306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8-31T09:46:57.226" v="1241" actId="207"/>
          <ac:spMkLst>
            <pc:docMk/>
            <pc:sldMk cId="1396353151" sldId="306"/>
            <ac:spMk id="100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46:57.226" v="1241" actId="207"/>
          <ac:spMkLst>
            <pc:docMk/>
            <pc:sldMk cId="1396353151" sldId="306"/>
            <ac:spMk id="101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46:57.226" v="1241" actId="207"/>
          <ac:spMkLst>
            <pc:docMk/>
            <pc:sldMk cId="1396353151" sldId="306"/>
            <ac:spMk id="10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46:57.226" v="1241" actId="207"/>
          <ac:spMkLst>
            <pc:docMk/>
            <pc:sldMk cId="1396353151" sldId="306"/>
            <ac:spMk id="103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06:27.020" v="698" actId="207"/>
          <ac:spMkLst>
            <pc:docMk/>
            <pc:sldMk cId="1396353151" sldId="306"/>
            <ac:spMk id="110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06:27.020" v="698" actId="207"/>
          <ac:spMkLst>
            <pc:docMk/>
            <pc:sldMk cId="1396353151" sldId="306"/>
            <ac:spMk id="111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06:27.020" v="698" actId="207"/>
          <ac:spMkLst>
            <pc:docMk/>
            <pc:sldMk cId="1396353151" sldId="306"/>
            <ac:spMk id="112" creationId="{00000000-0000-0000-0000-000000000000}"/>
          </ac:spMkLst>
        </pc:spChg>
        <pc:picChg chg="mod">
          <ac:chgData name="Alexey Malashonak" userId="52025583bffa8bdb" providerId="LiveId" clId="{11C5FCC3-8D8A-4B24-8FB4-6BCED8BE98B1}" dt="2026-08-31T09:07:05.107" v="708" actId="1076"/>
          <ac:picMkLst>
            <pc:docMk/>
            <pc:sldMk cId="1396353151" sldId="306"/>
            <ac:picMk id="113" creationId="{00000000-0000-0000-0000-000000000000}"/>
          </ac:picMkLst>
        </pc:picChg>
        <pc:picChg chg="mod">
          <ac:chgData name="Alexey Malashonak" userId="52025583bffa8bdb" providerId="LiveId" clId="{11C5FCC3-8D8A-4B24-8FB4-6BCED8BE98B1}" dt="2026-08-31T09:06:59.912" v="705" actId="1076"/>
          <ac:picMkLst>
            <pc:docMk/>
            <pc:sldMk cId="1396353151" sldId="306"/>
            <ac:picMk id="114" creationId="{00000000-0000-0000-0000-000000000000}"/>
          </ac:picMkLst>
        </pc:picChg>
        <pc:picChg chg="mod">
          <ac:chgData name="Alexey Malashonak" userId="52025583bffa8bdb" providerId="LiveId" clId="{11C5FCC3-8D8A-4B24-8FB4-6BCED8BE98B1}" dt="2026-08-31T09:07:07.059" v="709" actId="1076"/>
          <ac:picMkLst>
            <pc:docMk/>
            <pc:sldMk cId="1396353151" sldId="306"/>
            <ac:picMk id="115" creationId="{00000000-0000-0000-0000-000000000000}"/>
          </ac:picMkLst>
        </pc:picChg>
        <pc:picChg chg="mod">
          <ac:chgData name="Alexey Malashonak" userId="52025583bffa8bdb" providerId="LiveId" clId="{11C5FCC3-8D8A-4B24-8FB4-6BCED8BE98B1}" dt="2026-08-31T09:07:10.366" v="710" actId="1076"/>
          <ac:picMkLst>
            <pc:docMk/>
            <pc:sldMk cId="1396353151" sldId="306"/>
            <ac:picMk id="116" creationId="{00000000-0000-0000-0000-000000000000}"/>
          </ac:picMkLst>
        </pc:picChg>
      </pc:sldChg>
      <pc:sldChg chg="addSp delSp modSp new mod">
        <pc:chgData name="Alexey Malashonak" userId="52025583bffa8bdb" providerId="LiveId" clId="{11C5FCC3-8D8A-4B24-8FB4-6BCED8BE98B1}" dt="2026-08-31T09:49:28.209" v="1262" actId="20577"/>
        <pc:sldMkLst>
          <pc:docMk/>
          <pc:sldMk cId="214505872" sldId="307"/>
        </pc:sldMkLst>
        <pc:spChg chg="mod">
          <ac:chgData name="Alexey Malashonak" userId="52025583bffa8bdb" providerId="LiveId" clId="{11C5FCC3-8D8A-4B24-8FB4-6BCED8BE98B1}" dt="2026-08-31T09:49:28.209" v="1262" actId="20577"/>
          <ac:spMkLst>
            <pc:docMk/>
            <pc:sldMk cId="214505872" sldId="307"/>
            <ac:spMk id="2" creationId="{8AADB9FC-9460-23E7-F132-F3695D174898}"/>
          </ac:spMkLst>
        </pc:spChg>
        <pc:spChg chg="del">
          <ac:chgData name="Alexey Malashonak" userId="52025583bffa8bdb" providerId="LiveId" clId="{11C5FCC3-8D8A-4B24-8FB4-6BCED8BE98B1}" dt="2026-08-31T09:02:14.789" v="584" actId="22"/>
          <ac:spMkLst>
            <pc:docMk/>
            <pc:sldMk cId="214505872" sldId="307"/>
            <ac:spMk id="3" creationId="{EFF4B902-732B-6DBE-B982-6AD6C122B4AA}"/>
          </ac:spMkLst>
        </pc:spChg>
        <pc:spChg chg="add mod">
          <ac:chgData name="Alexey Malashonak" userId="52025583bffa8bdb" providerId="LiveId" clId="{11C5FCC3-8D8A-4B24-8FB4-6BCED8BE98B1}" dt="2026-08-31T09:03:34.798" v="630" actId="1076"/>
          <ac:spMkLst>
            <pc:docMk/>
            <pc:sldMk cId="214505872" sldId="307"/>
            <ac:spMk id="6" creationId="{DD5A7C2A-338A-3141-3B78-2BF00429FACD}"/>
          </ac:spMkLst>
        </pc:spChg>
        <pc:picChg chg="add mod ord">
          <ac:chgData name="Alexey Malashonak" userId="52025583bffa8bdb" providerId="LiveId" clId="{11C5FCC3-8D8A-4B24-8FB4-6BCED8BE98B1}" dt="2026-08-31T09:03:26.760" v="626" actId="1076"/>
          <ac:picMkLst>
            <pc:docMk/>
            <pc:sldMk cId="214505872" sldId="307"/>
            <ac:picMk id="5" creationId="{83F816A7-F137-4A09-338C-704C22508C38}"/>
          </ac:picMkLst>
        </pc:picChg>
      </pc:sldChg>
      <pc:sldChg chg="addSp delSp modSp add mod">
        <pc:chgData name="Alexey Malashonak" userId="52025583bffa8bdb" providerId="LiveId" clId="{11C5FCC3-8D8A-4B24-8FB4-6BCED8BE98B1}" dt="2026-08-31T09:49:32.392" v="1264" actId="20577"/>
        <pc:sldMkLst>
          <pc:docMk/>
          <pc:sldMk cId="935496711" sldId="308"/>
        </pc:sldMkLst>
        <pc:spChg chg="mod">
          <ac:chgData name="Alexey Malashonak" userId="52025583bffa8bdb" providerId="LiveId" clId="{11C5FCC3-8D8A-4B24-8FB4-6BCED8BE98B1}" dt="2026-08-31T09:49:32.392" v="1264" actId="20577"/>
          <ac:spMkLst>
            <pc:docMk/>
            <pc:sldMk cId="935496711" sldId="308"/>
            <ac:spMk id="2" creationId="{8AADB9FC-9460-23E7-F132-F3695D174898}"/>
          </ac:spMkLst>
        </pc:spChg>
        <pc:spChg chg="add mod">
          <ac:chgData name="Alexey Malashonak" userId="52025583bffa8bdb" providerId="LiveId" clId="{11C5FCC3-8D8A-4B24-8FB4-6BCED8BE98B1}" dt="2026-08-31T09:04:41.861" v="676" actId="27636"/>
          <ac:spMkLst>
            <pc:docMk/>
            <pc:sldMk cId="935496711" sldId="308"/>
            <ac:spMk id="3" creationId="{E5760F00-D52B-4105-F882-398308458061}"/>
          </ac:spMkLst>
        </pc:spChg>
        <pc:spChg chg="add del mod">
          <ac:chgData name="Alexey Malashonak" userId="52025583bffa8bdb" providerId="LiveId" clId="{11C5FCC3-8D8A-4B24-8FB4-6BCED8BE98B1}" dt="2026-08-31T09:04:24.853" v="639"/>
          <ac:spMkLst>
            <pc:docMk/>
            <pc:sldMk cId="935496711" sldId="308"/>
            <ac:spMk id="8" creationId="{1A6A4822-E0B5-1561-86F4-F4036C1CB2FF}"/>
          </ac:spMkLst>
        </pc:spChg>
        <pc:picChg chg="del mod">
          <ac:chgData name="Alexey Malashonak" userId="52025583bffa8bdb" providerId="LiveId" clId="{11C5FCC3-8D8A-4B24-8FB4-6BCED8BE98B1}" dt="2026-08-31T09:04:13.396" v="634" actId="478"/>
          <ac:picMkLst>
            <pc:docMk/>
            <pc:sldMk cId="935496711" sldId="308"/>
            <ac:picMk id="5" creationId="{83F816A7-F137-4A09-338C-704C22508C38}"/>
          </ac:picMkLst>
        </pc:picChg>
        <pc:picChg chg="add del mod">
          <ac:chgData name="Alexey Malashonak" userId="52025583bffa8bdb" providerId="LiveId" clId="{11C5FCC3-8D8A-4B24-8FB4-6BCED8BE98B1}" dt="2026-08-31T09:04:24.025" v="638" actId="21"/>
          <ac:picMkLst>
            <pc:docMk/>
            <pc:sldMk cId="935496711" sldId="308"/>
            <ac:picMk id="6" creationId="{AF206C88-A4E7-FB40-1ED6-A4C61DC8AF26}"/>
          </ac:picMkLst>
        </pc:picChg>
        <pc:picChg chg="add mod">
          <ac:chgData name="Alexey Malashonak" userId="52025583bffa8bdb" providerId="LiveId" clId="{11C5FCC3-8D8A-4B24-8FB4-6BCED8BE98B1}" dt="2026-08-31T09:04:28.754" v="642" actId="1076"/>
          <ac:picMkLst>
            <pc:docMk/>
            <pc:sldMk cId="935496711" sldId="308"/>
            <ac:picMk id="9" creationId="{AF206C88-A4E7-FB40-1ED6-A4C61DC8AF26}"/>
          </ac:picMkLst>
        </pc:picChg>
      </pc:sldChg>
      <pc:sldChg chg="modSp new del mod">
        <pc:chgData name="Alexey Malashonak" userId="52025583bffa8bdb" providerId="LiveId" clId="{11C5FCC3-8D8A-4B24-8FB4-6BCED8BE98B1}" dt="2026-08-31T09:11:02.044" v="775"/>
        <pc:sldMkLst>
          <pc:docMk/>
          <pc:sldMk cId="2430708726" sldId="309"/>
        </pc:sldMkLst>
        <pc:spChg chg="mod">
          <ac:chgData name="Alexey Malashonak" userId="52025583bffa8bdb" providerId="LiveId" clId="{11C5FCC3-8D8A-4B24-8FB4-6BCED8BE98B1}" dt="2026-08-31T09:07:56.993" v="757" actId="20577"/>
          <ac:spMkLst>
            <pc:docMk/>
            <pc:sldMk cId="2430708726" sldId="309"/>
            <ac:spMk id="2" creationId="{2862CD2C-0D3C-E052-8145-7C09B54F8ED5}"/>
          </ac:spMkLst>
        </pc:spChg>
        <pc:spChg chg="mod">
          <ac:chgData name="Alexey Malashonak" userId="52025583bffa8bdb" providerId="LiveId" clId="{11C5FCC3-8D8A-4B24-8FB4-6BCED8BE98B1}" dt="2026-08-31T09:07:36.270" v="714"/>
          <ac:spMkLst>
            <pc:docMk/>
            <pc:sldMk cId="2430708726" sldId="309"/>
            <ac:spMk id="3" creationId="{32297D04-F565-1CCC-3274-97341AA9E574}"/>
          </ac:spMkLst>
        </pc:spChg>
      </pc:sldChg>
      <pc:sldChg chg="add del">
        <pc:chgData name="Alexey Malashonak" userId="52025583bffa8bdb" providerId="LiveId" clId="{11C5FCC3-8D8A-4B24-8FB4-6BCED8BE98B1}" dt="2026-08-31T09:11:26.968" v="777"/>
        <pc:sldMkLst>
          <pc:docMk/>
          <pc:sldMk cId="570173693" sldId="310"/>
        </pc:sldMkLst>
      </pc:sldChg>
      <pc:sldChg chg="add del">
        <pc:chgData name="Alexey Malashonak" userId="52025583bffa8bdb" providerId="LiveId" clId="{11C5FCC3-8D8A-4B24-8FB4-6BCED8BE98B1}" dt="2026-08-31T09:11:52.413" v="788"/>
        <pc:sldMkLst>
          <pc:docMk/>
          <pc:sldMk cId="201776954" sldId="311"/>
        </pc:sldMkLst>
      </pc:sldChg>
      <pc:sldChg chg="addSp delSp modSp add mod">
        <pc:chgData name="Alexey Malashonak" userId="52025583bffa8bdb" providerId="LiveId" clId="{11C5FCC3-8D8A-4B24-8FB4-6BCED8BE98B1}" dt="2026-08-31T09:49:37.530" v="1268" actId="20577"/>
        <pc:sldMkLst>
          <pc:docMk/>
          <pc:sldMk cId="2934546226" sldId="312"/>
        </pc:sldMkLst>
        <pc:spChg chg="mod">
          <ac:chgData name="Alexey Malashonak" userId="52025583bffa8bdb" providerId="LiveId" clId="{11C5FCC3-8D8A-4B24-8FB4-6BCED8BE98B1}" dt="2026-08-31T09:49:37.530" v="1268" actId="20577"/>
          <ac:spMkLst>
            <pc:docMk/>
            <pc:sldMk cId="2934546226" sldId="312"/>
            <ac:spMk id="2" creationId="{2862CD2C-0D3C-E052-8145-7C09B54F8ED5}"/>
          </ac:spMkLst>
        </pc:spChg>
        <pc:spChg chg="mod">
          <ac:chgData name="Alexey Malashonak" userId="52025583bffa8bdb" providerId="LiveId" clId="{11C5FCC3-8D8A-4B24-8FB4-6BCED8BE98B1}" dt="2026-08-31T09:47:47.270" v="1244" actId="207"/>
          <ac:spMkLst>
            <pc:docMk/>
            <pc:sldMk cId="2934546226" sldId="312"/>
            <ac:spMk id="3" creationId="{32297D04-F565-1CCC-3274-97341AA9E574}"/>
          </ac:spMkLst>
        </pc:spChg>
        <pc:spChg chg="add del mod">
          <ac:chgData name="Alexey Malashonak" userId="52025583bffa8bdb" providerId="LiveId" clId="{11C5FCC3-8D8A-4B24-8FB4-6BCED8BE98B1}" dt="2026-08-31T09:47:47.270" v="1244" actId="207"/>
          <ac:spMkLst>
            <pc:docMk/>
            <pc:sldMk cId="2934546226" sldId="312"/>
            <ac:spMk id="120" creationId="{00000000-0000-0000-0000-000000000000}"/>
          </ac:spMkLst>
        </pc:spChg>
        <pc:picChg chg="add mod">
          <ac:chgData name="Alexey Malashonak" userId="52025583bffa8bdb" providerId="LiveId" clId="{11C5FCC3-8D8A-4B24-8FB4-6BCED8BE98B1}" dt="2026-08-31T09:17:45.302" v="861" actId="1076"/>
          <ac:picMkLst>
            <pc:docMk/>
            <pc:sldMk cId="2934546226" sldId="312"/>
            <ac:picMk id="5" creationId="{4553D4AF-9747-B473-10D8-7AF276066729}"/>
          </ac:picMkLst>
        </pc:picChg>
      </pc:sldChg>
      <pc:sldChg chg="add del">
        <pc:chgData name="Alexey Malashonak" userId="52025583bffa8bdb" providerId="LiveId" clId="{11C5FCC3-8D8A-4B24-8FB4-6BCED8BE98B1}" dt="2026-08-31T09:21:56.791" v="866"/>
        <pc:sldMkLst>
          <pc:docMk/>
          <pc:sldMk cId="2368605772" sldId="313"/>
        </pc:sldMkLst>
      </pc:sldChg>
      <pc:sldChg chg="add del">
        <pc:chgData name="Alexey Malashonak" userId="52025583bffa8bdb" providerId="LiveId" clId="{11C5FCC3-8D8A-4B24-8FB4-6BCED8BE98B1}" dt="2026-08-31T09:22:00.518" v="868"/>
        <pc:sldMkLst>
          <pc:docMk/>
          <pc:sldMk cId="2593616227" sldId="314"/>
        </pc:sldMkLst>
      </pc:sldChg>
      <pc:sldChg chg="add del">
        <pc:chgData name="Alexey Malashonak" userId="52025583bffa8bdb" providerId="LiveId" clId="{11C5FCC3-8D8A-4B24-8FB4-6BCED8BE98B1}" dt="2026-08-31T09:22:06.381" v="870"/>
        <pc:sldMkLst>
          <pc:docMk/>
          <pc:sldMk cId="1879476176" sldId="315"/>
        </pc:sldMkLst>
      </pc:sldChg>
      <pc:sldChg chg="modSp add del mod">
        <pc:chgData name="Alexey Malashonak" userId="52025583bffa8bdb" providerId="LiveId" clId="{11C5FCC3-8D8A-4B24-8FB4-6BCED8BE98B1}" dt="2026-08-31T09:28:19.856" v="918"/>
        <pc:sldMkLst>
          <pc:docMk/>
          <pc:sldMk cId="736625034" sldId="316"/>
        </pc:sldMkLst>
        <pc:spChg chg="mod">
          <ac:chgData name="Alexey Malashonak" userId="52025583bffa8bdb" providerId="LiveId" clId="{11C5FCC3-8D8A-4B24-8FB4-6BCED8BE98B1}" dt="2026-08-31T09:27:08.433" v="913" actId="20577"/>
          <ac:spMkLst>
            <pc:docMk/>
            <pc:sldMk cId="736625034" sldId="316"/>
            <ac:spMk id="3" creationId="{395D3EC4-46A1-A411-92FC-D6D6575EFB2C}"/>
          </ac:spMkLst>
        </pc:spChg>
        <pc:spChg chg="mod">
          <ac:chgData name="Alexey Malashonak" userId="52025583bffa8bdb" providerId="LiveId" clId="{11C5FCC3-8D8A-4B24-8FB4-6BCED8BE98B1}" dt="2026-08-31T09:27:22.409" v="915" actId="1076"/>
          <ac:spMkLst>
            <pc:docMk/>
            <pc:sldMk cId="736625034" sldId="316"/>
            <ac:spMk id="131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26:35.028" v="901" actId="20577"/>
          <ac:spMkLst>
            <pc:docMk/>
            <pc:sldMk cId="736625034" sldId="316"/>
            <ac:spMk id="14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26:59.812" v="911" actId="20577"/>
          <ac:spMkLst>
            <pc:docMk/>
            <pc:sldMk cId="736625034" sldId="316"/>
            <ac:spMk id="143" creationId="{00000000-0000-0000-0000-000000000000}"/>
          </ac:spMkLst>
        </pc:spChg>
      </pc:sldChg>
      <pc:sldChg chg="add del">
        <pc:chgData name="Alexey Malashonak" userId="52025583bffa8bdb" providerId="LiveId" clId="{11C5FCC3-8D8A-4B24-8FB4-6BCED8BE98B1}" dt="2026-08-31T09:28:23.721" v="920"/>
        <pc:sldMkLst>
          <pc:docMk/>
          <pc:sldMk cId="558237500" sldId="317"/>
        </pc:sldMkLst>
      </pc:sldChg>
      <pc:sldChg chg="add del">
        <pc:chgData name="Alexey Malashonak" userId="52025583bffa8bdb" providerId="LiveId" clId="{11C5FCC3-8D8A-4B24-8FB4-6BCED8BE98B1}" dt="2026-08-31T09:28:51.591" v="930"/>
        <pc:sldMkLst>
          <pc:docMk/>
          <pc:sldMk cId="1555869397" sldId="318"/>
        </pc:sldMkLst>
      </pc:sldChg>
      <pc:sldChg chg="modSp add mod">
        <pc:chgData name="Alexey Malashonak" userId="52025583bffa8bdb" providerId="LiveId" clId="{11C5FCC3-8D8A-4B24-8FB4-6BCED8BE98B1}" dt="2026-08-31T09:32:30.661" v="987" actId="255"/>
        <pc:sldMkLst>
          <pc:docMk/>
          <pc:sldMk cId="2723268757" sldId="319"/>
        </pc:sldMkLst>
        <pc:spChg chg="mod">
          <ac:chgData name="Alexey Malashonak" userId="52025583bffa8bdb" providerId="LiveId" clId="{11C5FCC3-8D8A-4B24-8FB4-6BCED8BE98B1}" dt="2026-08-31T09:31:40.029" v="950" actId="113"/>
          <ac:spMkLst>
            <pc:docMk/>
            <pc:sldMk cId="2723268757" sldId="319"/>
            <ac:spMk id="130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14.958" v="983" actId="255"/>
          <ac:spMkLst>
            <pc:docMk/>
            <pc:sldMk cId="2723268757" sldId="319"/>
            <ac:spMk id="140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11.463" v="982" actId="255"/>
          <ac:spMkLst>
            <pc:docMk/>
            <pc:sldMk cId="2723268757" sldId="319"/>
            <ac:spMk id="141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25.363" v="984" actId="255"/>
          <ac:spMkLst>
            <pc:docMk/>
            <pc:sldMk cId="2723268757" sldId="319"/>
            <ac:spMk id="142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27.811" v="985" actId="255"/>
          <ac:spMkLst>
            <pc:docMk/>
            <pc:sldMk cId="2723268757" sldId="319"/>
            <ac:spMk id="143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30.661" v="987" actId="255"/>
          <ac:spMkLst>
            <pc:docMk/>
            <pc:sldMk cId="2723268757" sldId="319"/>
            <ac:spMk id="144" creationId="{00000000-0000-0000-0000-000000000000}"/>
          </ac:spMkLst>
        </pc:spChg>
        <pc:spChg chg="mod">
          <ac:chgData name="Alexey Malashonak" userId="52025583bffa8bdb" providerId="LiveId" clId="{11C5FCC3-8D8A-4B24-8FB4-6BCED8BE98B1}" dt="2026-08-31T09:32:29.380" v="986" actId="255"/>
          <ac:spMkLst>
            <pc:docMk/>
            <pc:sldMk cId="2723268757" sldId="319"/>
            <ac:spMk id="145" creationId="{00000000-0000-0000-0000-000000000000}"/>
          </ac:spMkLst>
        </pc:spChg>
      </pc:sldChg>
      <pc:sldChg chg="delSp modSp add mod ord">
        <pc:chgData name="Alexey Malashonak" userId="52025583bffa8bdb" providerId="LiveId" clId="{11C5FCC3-8D8A-4B24-8FB4-6BCED8BE98B1}" dt="2026-08-31T09:47:09.461" v="1243" actId="27636"/>
        <pc:sldMkLst>
          <pc:docMk/>
          <pc:sldMk cId="2524467379" sldId="320"/>
        </pc:sldMkLst>
        <pc:spChg chg="mod">
          <ac:chgData name="Alexey Malashonak" userId="52025583bffa8bdb" providerId="LiveId" clId="{11C5FCC3-8D8A-4B24-8FB4-6BCED8BE98B1}" dt="2026-08-31T09:42:06.457" v="1149" actId="20577"/>
          <ac:spMkLst>
            <pc:docMk/>
            <pc:sldMk cId="2524467379" sldId="320"/>
            <ac:spMk id="2" creationId="{090EAC2A-5706-C65F-88DE-7DA698789FBD}"/>
          </ac:spMkLst>
        </pc:spChg>
        <pc:spChg chg="mod">
          <ac:chgData name="Alexey Malashonak" userId="52025583bffa8bdb" providerId="LiveId" clId="{11C5FCC3-8D8A-4B24-8FB4-6BCED8BE98B1}" dt="2026-08-31T09:47:09.461" v="1243" actId="27636"/>
          <ac:spMkLst>
            <pc:docMk/>
            <pc:sldMk cId="2524467379" sldId="320"/>
            <ac:spMk id="3" creationId="{395D3EC4-46A1-A411-92FC-D6D6575EFB2C}"/>
          </ac:spMkLst>
        </pc:spChg>
        <pc:spChg chg="del">
          <ac:chgData name="Alexey Malashonak" userId="52025583bffa8bdb" providerId="LiveId" clId="{11C5FCC3-8D8A-4B24-8FB4-6BCED8BE98B1}" dt="2026-08-31T09:41:35.414" v="1056" actId="478"/>
          <ac:spMkLst>
            <pc:docMk/>
            <pc:sldMk cId="2524467379" sldId="320"/>
            <ac:spMk id="5" creationId="{B5AF9FCE-1C4D-E903-5D85-78D2A28C319D}"/>
          </ac:spMkLst>
        </pc:spChg>
      </pc:sldChg>
      <pc:sldMasterChg chg="add addSldLayout">
        <pc:chgData name="Alexey Malashonak" userId="52025583bffa8bdb" providerId="LiveId" clId="{11C5FCC3-8D8A-4B24-8FB4-6BCED8BE98B1}" dt="2026-08-31T09:28:19.847" v="917"/>
        <pc:sldMasterMkLst>
          <pc:docMk/>
          <pc:sldMasterMk cId="2913027823" sldId="2147483660"/>
        </pc:sldMasterMkLst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3230811293" sldId="2147483661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605615032" sldId="2147483662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238397686" sldId="2147483663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3150256633" sldId="2147483664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2474851285" sldId="2147483665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2525813577" sldId="2147483666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4097140106" sldId="2147483667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906496258" sldId="2147483668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3435658566" sldId="2147483669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1521906492" sldId="2147483670"/>
          </pc:sldLayoutMkLst>
        </pc:sldLayoutChg>
        <pc:sldLayoutChg chg="add">
          <pc:chgData name="Alexey Malashonak" userId="52025583bffa8bdb" providerId="LiveId" clId="{11C5FCC3-8D8A-4B24-8FB4-6BCED8BE98B1}" dt="2026-08-31T09:28:19.847" v="917"/>
          <pc:sldLayoutMkLst>
            <pc:docMk/>
            <pc:sldMasterMk cId="2913027823" sldId="2147483660"/>
            <pc:sldLayoutMk cId="1564798514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87C5DD-31E8-425B-8277-3B63D7A4890D}" type="datetimeFigureOut">
              <a:rPr lang="LID4096" smtClean="0"/>
              <a:t>08/31/2026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55201B-FE87-4C81-8881-6AFECB6428E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6759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5201B-FE87-4C81-8881-6AFECB6428EF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73341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paradigm answers the research questions by construction. Positivist means I only use measurable data; deductive and theory-testing mean I derived hypotheses from behavioral finance theory before collecting data; falsification means each question was converted into a null hypothesis a statistical test could reject. </a:t>
            </a:r>
            <a:r>
              <a:rPr lang="en-US"/>
              <a:t>Both questions were fully answered: shock intensity significantly predicts risk stance — the null was rejected — and the dashboard showed no detectable effect on behavior or outcomes, which under this paradigm is an equally valid, informative answer.</a:t>
            </a:r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5201B-FE87-4C81-8881-6AFECB6428EF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24757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0ED5B-DC95-C144-90C3-B9C9F782D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CB6BF9-CDFA-1F4D-9989-43B0D34B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D3EFD4-1002-C14A-B447-1E7D184DC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AAA0F2-65DB-D64C-BF63-E0D527F5D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842287-9A42-FD4D-A73C-616C6DADF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811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21A940-1576-074F-9146-9CC26372A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B55309-4D5A-384E-92D9-13F92308D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54EC6E-EF6A-FF42-9E41-C87DEB272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0468EB-680E-A240-A430-A8F47B4B8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F26E80-1F48-E942-8703-A781C4B0D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615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88DE7-AEEB-4D4D-9AB8-CAB94E9EF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90CB32-9870-B341-8CA1-DDB33A8A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2D10CF-AB6E-EC48-BFBF-7020CC642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80083B-4CF6-3E4D-AC40-44F40B14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276236-2A73-ED47-B09D-806F9ADB2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9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1B0E6-A6FF-1A4F-BAC9-960E07398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ACDF13-3FF5-0946-A2AC-3A2700418C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A5B3338-8F78-784F-80DF-19A43BB9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FAEC2-5AD3-6B4B-9288-D9CD1AE90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BF289D6-FC47-B746-86BA-DA3CEAB7B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4DF95D-6528-1543-9DE1-020127671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56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830C8-1189-1D4B-95FB-9A22EEB6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C13F1B-80DF-A24C-8937-552AC40AB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E30EDD-B923-CE44-B11D-3364CB2217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745F96-FB30-3F45-9B04-68A0E7005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16231-5174-A94F-9A84-EE48A445E0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1190CE5-FBA6-F741-AA4A-0FA17F74B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055910-7B4D-C841-BD8B-11A694CFC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E206C6-3251-914D-9C18-A2E45588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851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9C6E4-F42B-4042-BCE2-43B263DA4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68EB76-8CB3-CA49-9A0C-BD2E5A710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7F3550C-61C4-4448-9A0A-E3AC35B3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2F0D9D-F0E0-0D49-AF55-5D37692F6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81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C345394-2B79-7942-957A-037EA6AA8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00419C2-24AE-ED46-AABA-59795C1BC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72E1AF-EB5D-C14C-89CF-BB2E04D55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D5AEB2-7C8D-2144-BC19-59AFC20AC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2B430D-C9B9-EB4B-9C36-628D33D82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3C8092-E3A2-104A-8245-DCCB9EEB1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55952C-CD0A-1941-BB7A-E30CB0367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03122AC-E228-6B46-A073-84290E91B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2005EC-3449-FA4C-B21C-B3B97F191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496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BA88B7-8BAD-6F40-94B6-8A6DCB92D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250EC31-1005-094B-8A48-95A8324F5C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E63F86A-380E-FA44-A14A-5711D9C9E9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E75C5EC-9C35-BD43-B98D-05D47EF16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19BF8D-724C-AC47-BEBD-1A7EA6231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C68C12C-B1B5-FA48-87CC-955810930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58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567D80-E3FF-3D4D-9E89-4C3829777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43760C2-52BB-7D41-910C-928881663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022048-062F-0047-A1A6-36FB2295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B1B04-5C52-054F-8907-D641EA966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AB448A-A611-CC44-A6C3-CB16EEFC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06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310523F-CEFC-2E4C-9B96-38A18877A5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EA91087-65F2-7F4B-AFDE-4EAA6E59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1EEDD7-30AB-D746-BFB2-74313E47C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375487-ACA7-E342-93BC-F66152B1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EB3303-F116-8143-A0B1-8A5D1B57D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98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0ED5B-DC95-C144-90C3-B9C9F782D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CB6BF9-CDFA-1F4D-9989-43B0D34B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D3EFD4-1002-C14A-B447-1E7D184DC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AAA0F2-65DB-D64C-BF63-E0D527F5D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842287-9A42-FD4D-A73C-616C6DADF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8112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21A940-1576-074F-9146-9CC26372A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B55309-4D5A-384E-92D9-13F92308D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54EC6E-EF6A-FF42-9E41-C87DEB272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0468EB-680E-A240-A430-A8F47B4B8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F26E80-1F48-E942-8703-A781C4B0D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6150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A88DE7-AEEB-4D4D-9AB8-CAB94E9EF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90CB32-9870-B341-8CA1-DDB33A8A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2D10CF-AB6E-EC48-BFBF-7020CC642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80083B-4CF6-3E4D-AC40-44F40B14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8276236-2A73-ED47-B09D-806F9ADB2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97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1B0E6-A6FF-1A4F-BAC9-960E07398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ACDF13-3FF5-0946-A2AC-3A2700418C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A5B3338-8F78-784F-80DF-19A43BB9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FAEC2-5AD3-6B4B-9288-D9CD1AE90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BF289D6-FC47-B746-86BA-DA3CEAB7B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4DF95D-6528-1543-9DE1-020127671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566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B830C8-1189-1D4B-95FB-9A22EEB63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C13F1B-80DF-A24C-8937-552AC40AB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E30EDD-B923-CE44-B11D-3364CB2217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D745F96-FB30-3F45-9B04-68A0E7005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16231-5174-A94F-9A84-EE48A445E0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1190CE5-FBA6-F741-AA4A-0FA17F74B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7055910-7B4D-C841-BD8B-11A694CFC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FE206C6-3251-914D-9C18-A2E45588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8512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19C6E4-F42B-4042-BCE2-43B263DA4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A68EB76-8CB3-CA49-9A0C-BD2E5A710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7F3550C-61C4-4448-9A0A-E3AC35B3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2F0D9D-F0E0-0D49-AF55-5D37692F6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8135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C345394-2B79-7942-957A-037EA6AA8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00419C2-24AE-ED46-AABA-59795C1BC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72E1AF-EB5D-C14C-89CF-BB2E04D55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401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D5AEB2-7C8D-2144-BC19-59AFC20AC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2B430D-C9B9-EB4B-9C36-628D33D82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63C8092-E3A2-104A-8245-DCCB9EEB1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F55952C-CD0A-1941-BB7A-E30CB0367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03122AC-E228-6B46-A073-84290E91B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2005EC-3449-FA4C-B21C-B3B97F191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4962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BA88B7-8BAD-6F40-94B6-8A6DCB92D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250EC31-1005-094B-8A48-95A8324F5C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E63F86A-380E-FA44-A14A-5711D9C9E9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E75C5EC-9C35-BD43-B98D-05D47EF16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19BF8D-724C-AC47-BEBD-1A7EA6231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C68C12C-B1B5-FA48-87CC-955810930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585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567D80-E3FF-3D4D-9E89-4C3829777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43760C2-52BB-7D41-910C-928881663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022048-062F-0047-A1A6-36FB2295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B1B04-5C52-054F-8907-D641EA966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AB448A-A611-CC44-A6C3-CB16EEFC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9064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310523F-CEFC-2E4C-9B96-38A18877A5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EA91087-65F2-7F4B-AFDE-4EAA6E59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1EEDD7-30AB-D746-BFB2-74313E47C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804998-35F7-CD4D-ACDB-621DC46062D1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375487-ACA7-E342-93BC-F66152B1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EB3303-F116-8143-A0B1-8A5D1B57D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98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6517AB-1036-0F48-89CC-2D71EF959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84404B-1599-CF42-BF20-9BFC2BBC6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84887"/>
            <a:ext cx="10515600" cy="489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44DFB2-D2C7-C74F-94DB-3DEAF2F630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825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804998-35F7-CD4D-ACDB-621DC46062D1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82B2A8-D546-8E48-9618-9C1617ADD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627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1804E2-835D-4D4E-BC60-62E3C7559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5760" y="6356350"/>
            <a:ext cx="8280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24231-C6FE-5345-8717-518EE9E9663D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7498" y="440972"/>
            <a:ext cx="2088379" cy="56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02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6517AB-1036-0F48-89CC-2D71EF959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384404B-1599-CF42-BF20-9BFC2BBC6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84887"/>
            <a:ext cx="10515600" cy="48920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44DFB2-D2C7-C74F-94DB-3DEAF2F630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8256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804998-35F7-CD4D-ACDB-621DC46062D1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82B2A8-D546-8E48-9618-9C1617ADD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627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1804E2-835D-4D4E-BC60-62E3C7559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5760" y="6356350"/>
            <a:ext cx="8280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C2F6C0-D2B1-6745-9134-5104491A2BB8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24231-C6FE-5345-8717-518EE9E9663D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7498" y="440972"/>
            <a:ext cx="2088379" cy="56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02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3AAD0-4F22-964B-836B-9424F41DB0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Reducing Emotional Biases in Investment Portfolio Management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ACDBF74-10F9-7C4F-AE8C-9C492CBC5D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10000"/>
            <a:ext cx="9144000" cy="1254760"/>
          </a:xfrm>
        </p:spPr>
        <p:txBody>
          <a:bodyPr/>
          <a:lstStyle/>
          <a:p>
            <a:r>
              <a:rPr lang="en-US" dirty="0"/>
              <a:t>A Thesis Defense Presentation</a:t>
            </a:r>
          </a:p>
          <a:p>
            <a:r>
              <a:rPr lang="en-US" dirty="0"/>
              <a:t>Executive Master of Business Administration – SBS Swiss Business School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AB1290F-CD9E-AA45-01C4-12B2F42319C5}"/>
              </a:ext>
            </a:extLst>
          </p:cNvPr>
          <p:cNvSpPr txBox="1"/>
          <p:nvPr/>
        </p:nvSpPr>
        <p:spPr>
          <a:xfrm>
            <a:off x="6990735" y="5141055"/>
            <a:ext cx="461133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Aliaksei Malashonak</a:t>
            </a:r>
          </a:p>
          <a:p>
            <a:r>
              <a:rPr lang="en-US" sz="2000" dirty="0"/>
              <a:t>Student ID 19795, Matriculation 24891798</a:t>
            </a:r>
          </a:p>
          <a:p>
            <a:r>
              <a:rPr lang="en-US" sz="2000" dirty="0"/>
              <a:t>Mentor: Dr. Stefano Canossa</a:t>
            </a:r>
          </a:p>
          <a:p>
            <a:r>
              <a:rPr lang="en-US" sz="2000" dirty="0"/>
              <a:t>September 2, 2026</a:t>
            </a:r>
          </a:p>
        </p:txBody>
      </p:sp>
    </p:spTree>
    <p:extLst>
      <p:ext uri="{BB962C8B-B14F-4D97-AF65-F5344CB8AC3E}">
        <p14:creationId xmlns:p14="http://schemas.microsoft.com/office/powerpoint/2010/main" val="3087419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Topic and 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6019" y="3578722"/>
            <a:ext cx="8881341" cy="3063240"/>
          </a:xfrm>
        </p:spPr>
        <p:txBody>
          <a:bodyPr>
            <a:normAutofit fontScale="4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In financial portfolio management:</a:t>
            </a:r>
          </a:p>
          <a:p>
            <a:pPr>
              <a:lnSpc>
                <a:spcPct val="120000"/>
              </a:lnSpc>
            </a:pPr>
            <a:r>
              <a:rPr lang="en-US" b="1" dirty="0"/>
              <a:t>Unexpected information shocks </a:t>
            </a:r>
            <a:r>
              <a:rPr lang="en-US" dirty="0"/>
              <a:t>(news, events, publications) lead to </a:t>
            </a:r>
            <a:r>
              <a:rPr lang="en-US" b="1" dirty="0"/>
              <a:t>emotional biases </a:t>
            </a:r>
            <a:r>
              <a:rPr lang="en-US" dirty="0"/>
              <a:t>in decision making.</a:t>
            </a:r>
          </a:p>
          <a:p>
            <a:pPr>
              <a:lnSpc>
                <a:spcPct val="120000"/>
              </a:lnSpc>
            </a:pPr>
            <a:r>
              <a:rPr lang="en-US" dirty="0"/>
              <a:t>Emotional biases are not part of portfolio strategy – they add risk and costs.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 study evaluates:</a:t>
            </a:r>
          </a:p>
          <a:p>
            <a:pPr>
              <a:lnSpc>
                <a:spcPct val="120000"/>
              </a:lnSpc>
            </a:pPr>
            <a:r>
              <a:rPr lang="en-US" dirty="0"/>
              <a:t>Can decision-support indicator (Shock Score) approximate systematic emotional biases in equity portfolio management?</a:t>
            </a:r>
          </a:p>
          <a:p>
            <a:pPr>
              <a:lnSpc>
                <a:spcPct val="120000"/>
              </a:lnSpc>
            </a:pPr>
            <a:r>
              <a:rPr lang="en-US" dirty="0"/>
              <a:t>Can decision-support tool reduce emotional biases in decision making?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Past studies tell: </a:t>
            </a:r>
          </a:p>
          <a:p>
            <a:pPr>
              <a:lnSpc>
                <a:spcPct val="120000"/>
              </a:lnSpc>
            </a:pPr>
            <a:r>
              <a:rPr lang="en-US" dirty="0"/>
              <a:t>Behavioral finance -- there are systematic, emotionally driven decision errors during external information shocks.</a:t>
            </a:r>
          </a:p>
          <a:p>
            <a:pPr>
              <a:lnSpc>
                <a:spcPct val="120000"/>
              </a:lnSpc>
            </a:pPr>
            <a:r>
              <a:rPr lang="en-US" dirty="0"/>
              <a:t>Existing decision-support systems -- analytics does work, ex-ante bias mitigation not</a:t>
            </a:r>
          </a:p>
          <a:p>
            <a:pPr>
              <a:lnSpc>
                <a:spcPct val="120000"/>
              </a:lnSpc>
            </a:pPr>
            <a:r>
              <a:rPr lang="en-US" dirty="0"/>
              <a:t>The topic is grounded in professional risk-management practice, where this gap is persistently observed.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15B92B-3473-1AA9-73A4-58F0B9686EBE}"/>
              </a:ext>
            </a:extLst>
          </p:cNvPr>
          <p:cNvSpPr/>
          <p:nvPr/>
        </p:nvSpPr>
        <p:spPr>
          <a:xfrm>
            <a:off x="1528764" y="1587342"/>
            <a:ext cx="1843087" cy="7510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Investment Strategy</a:t>
            </a:r>
            <a:endParaRPr lang="LID4096" sz="16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BAEB0A-8391-566D-E1BD-B30A59223C66}"/>
              </a:ext>
            </a:extLst>
          </p:cNvPr>
          <p:cNvSpPr/>
          <p:nvPr/>
        </p:nvSpPr>
        <p:spPr>
          <a:xfrm>
            <a:off x="4905375" y="1580198"/>
            <a:ext cx="1843087" cy="7510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Managerial Decisions</a:t>
            </a:r>
            <a:endParaRPr lang="LID4096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4C67F2-65A6-BA91-D3F2-F88026957648}"/>
              </a:ext>
            </a:extLst>
          </p:cNvPr>
          <p:cNvSpPr/>
          <p:nvPr/>
        </p:nvSpPr>
        <p:spPr>
          <a:xfrm>
            <a:off x="8220077" y="1587342"/>
            <a:ext cx="1843087" cy="7510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Portfolio Outcome</a:t>
            </a:r>
            <a:endParaRPr lang="LID4096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9D9A38-4DD4-29BF-C7E2-E1F48C541DC3}"/>
              </a:ext>
            </a:extLst>
          </p:cNvPr>
          <p:cNvSpPr/>
          <p:nvPr/>
        </p:nvSpPr>
        <p:spPr>
          <a:xfrm>
            <a:off x="4905376" y="2956084"/>
            <a:ext cx="1843087" cy="62055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Information Shock</a:t>
            </a:r>
            <a:endParaRPr lang="LID4096" sz="16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EB041-A3BE-CDED-FBBE-A8AD37CCA105}"/>
              </a:ext>
            </a:extLst>
          </p:cNvPr>
          <p:cNvCxnSpPr>
            <a:endCxn id="5" idx="1"/>
          </p:cNvCxnSpPr>
          <p:nvPr/>
        </p:nvCxnSpPr>
        <p:spPr>
          <a:xfrm flipV="1">
            <a:off x="3414713" y="1955721"/>
            <a:ext cx="1490662" cy="7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ED4E98-765A-1AFE-0F73-428BFD773F81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5826919" y="2331244"/>
            <a:ext cx="1" cy="6248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B77E62-139B-7478-1CAA-99FB4CE451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748462" y="1955721"/>
            <a:ext cx="1471615" cy="7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7391B1F-634C-470E-A677-49B172CCEB2C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2450308" y="2338388"/>
            <a:ext cx="2455068" cy="927974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D00024F-0DB4-32E1-AA6E-F598B1674106}"/>
              </a:ext>
            </a:extLst>
          </p:cNvPr>
          <p:cNvSpPr txBox="1"/>
          <p:nvPr/>
        </p:nvSpPr>
        <p:spPr>
          <a:xfrm>
            <a:off x="5795011" y="2380652"/>
            <a:ext cx="187451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Where we are: info shocks are tactically incorporated into decision making</a:t>
            </a:r>
            <a:endParaRPr lang="LID4096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CF1537-554C-C1F0-1C41-3C8C2B18B242}"/>
              </a:ext>
            </a:extLst>
          </p:cNvPr>
          <p:cNvSpPr txBox="1"/>
          <p:nvPr/>
        </p:nvSpPr>
        <p:spPr>
          <a:xfrm>
            <a:off x="2450307" y="2679085"/>
            <a:ext cx="20717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Where we want to be: Info Shocks are consistently incorporated into the strategy</a:t>
            </a:r>
            <a:endParaRPr lang="LID4096" sz="1000" dirty="0"/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A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10EA77-63D4-3C98-DE04-4E2E842F4F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510" y="1244600"/>
            <a:ext cx="11777089" cy="562356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2C97E8-855F-AB5B-B030-657DB168F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0" y="164915"/>
            <a:ext cx="8122920" cy="823595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Example: Short Term market Reaction to Informational Shock </a:t>
            </a:r>
            <a:endParaRPr lang="LID4096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A1114-C15A-A114-C8DE-72820D9A1DC2}"/>
              </a:ext>
            </a:extLst>
          </p:cNvPr>
          <p:cNvSpPr txBox="1"/>
          <p:nvPr/>
        </p:nvSpPr>
        <p:spPr>
          <a:xfrm>
            <a:off x="6699250" y="1890761"/>
            <a:ext cx="44310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One day of trading of META stock (February 2</a:t>
            </a:r>
            <a:r>
              <a:rPr lang="en-US" sz="1600" baseline="30000" dirty="0">
                <a:solidFill>
                  <a:schemeClr val="bg1"/>
                </a:solidFill>
              </a:rPr>
              <a:t>nd</a:t>
            </a:r>
            <a:r>
              <a:rPr lang="en-US" sz="1600" dirty="0">
                <a:solidFill>
                  <a:schemeClr val="bg1"/>
                </a:solidFill>
              </a:rPr>
              <a:t>,2026): Quarterly earnings release followed by announcement about Capex increase.</a:t>
            </a:r>
            <a:endParaRPr lang="LID4096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332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Research Question and Hypotheses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092099"/>
            <a:ext cx="10688320" cy="2084863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800" dirty="0"/>
              <a:t>Can a structured decision-support indicator moderate behavioral bias in professional equity portfolio management?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H1: Shock Score intensity has a statistically significant effect on managers' Net Risk Stance.</a:t>
            </a:r>
          </a:p>
          <a:p>
            <a:pPr>
              <a:lnSpc>
                <a:spcPct val="150000"/>
              </a:lnSpc>
            </a:pPr>
            <a:r>
              <a:rPr lang="en-US" sz="1800" dirty="0"/>
              <a:t>H2: Exposure to the Shock Score dashboard has a statistically significant effect on portfolio risk – return outcomes.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6CEDA6-C6E8-8B05-DDEB-51595093D6FB}"/>
              </a:ext>
            </a:extLst>
          </p:cNvPr>
          <p:cNvSpPr/>
          <p:nvPr/>
        </p:nvSpPr>
        <p:spPr>
          <a:xfrm>
            <a:off x="3154364" y="2014856"/>
            <a:ext cx="1843087" cy="7510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Info Shock</a:t>
            </a:r>
            <a:endParaRPr lang="LID4096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44AEE-8DFD-4FAA-A35A-0C032055A60E}"/>
              </a:ext>
            </a:extLst>
          </p:cNvPr>
          <p:cNvSpPr/>
          <p:nvPr/>
        </p:nvSpPr>
        <p:spPr>
          <a:xfrm>
            <a:off x="6512244" y="2014856"/>
            <a:ext cx="1843087" cy="7510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Excess Decision</a:t>
            </a:r>
            <a:endParaRPr lang="LID4096" sz="16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058D19-57BC-D11E-BE9A-E6F602A7B05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997451" y="2390379"/>
            <a:ext cx="15147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59A311-1788-51B4-8857-130C2D983308}"/>
              </a:ext>
            </a:extLst>
          </p:cNvPr>
          <p:cNvSpPr txBox="1"/>
          <p:nvPr/>
        </p:nvSpPr>
        <p:spPr>
          <a:xfrm>
            <a:off x="4781939" y="1430081"/>
            <a:ext cx="20717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Goal 1: </a:t>
            </a:r>
            <a:r>
              <a:rPr lang="en-US" sz="1600" b="1" dirty="0"/>
              <a:t>predict and measure </a:t>
            </a:r>
            <a:r>
              <a:rPr lang="en-US" sz="1600" dirty="0"/>
              <a:t>the bias</a:t>
            </a:r>
            <a:endParaRPr lang="LID4096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E9595-2CBD-A7A9-F151-70E3F46C619D}"/>
              </a:ext>
            </a:extLst>
          </p:cNvPr>
          <p:cNvSpPr txBox="1"/>
          <p:nvPr/>
        </p:nvSpPr>
        <p:spPr>
          <a:xfrm>
            <a:off x="4781940" y="3064264"/>
            <a:ext cx="20717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Goal 2: </a:t>
            </a:r>
          </a:p>
          <a:p>
            <a:pPr algn="ctr"/>
            <a:r>
              <a:rPr lang="en-US" sz="1600" b="1" dirty="0"/>
              <a:t>remove</a:t>
            </a:r>
            <a:r>
              <a:rPr lang="en-US" sz="1600" dirty="0"/>
              <a:t> the bias</a:t>
            </a:r>
            <a:endParaRPr lang="LID4096" sz="1600" dirty="0"/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1000E2C5-E8DB-6610-5F60-23D8159BA5DD}"/>
              </a:ext>
            </a:extLst>
          </p:cNvPr>
          <p:cNvSpPr/>
          <p:nvPr/>
        </p:nvSpPr>
        <p:spPr>
          <a:xfrm rot="2975074">
            <a:off x="5615147" y="2249266"/>
            <a:ext cx="279400" cy="269686"/>
          </a:xfrm>
          <a:prstGeom prst="plus">
            <a:avLst>
              <a:gd name="adj" fmla="val 4383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Method and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16600"/>
            <a:ext cx="10515600" cy="558800"/>
          </a:xfrm>
        </p:spPr>
        <p:txBody>
          <a:bodyPr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Each manager judges every scenario with and without the Shock Score</a:t>
            </a: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— the design isolates the effect of the dashboard itself.</a:t>
            </a:r>
          </a:p>
        </p:txBody>
      </p:sp>
      <p:sp>
        <p:nvSpPr>
          <p:cNvPr id="100" name="Card 1"/>
          <p:cNvSpPr/>
          <p:nvPr/>
        </p:nvSpPr>
        <p:spPr>
          <a:xfrm>
            <a:off x="838200" y="1524000"/>
            <a:ext cx="257048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METHOD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Positivist, deductive, quasi-experimental within-subject survey</a:t>
            </a:r>
          </a:p>
        </p:txBody>
      </p:sp>
      <p:sp>
        <p:nvSpPr>
          <p:cNvPr id="101" name="Card 2"/>
          <p:cNvSpPr/>
          <p:nvPr/>
        </p:nvSpPr>
        <p:spPr>
          <a:xfrm>
            <a:off x="3281680" y="1524000"/>
            <a:ext cx="291592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DESIGN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Primary: within-subject quasi-experimental scenario survey with the treatment condition.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Secondary: information-shock scenarios for US Equities</a:t>
            </a:r>
          </a:p>
        </p:txBody>
      </p:sp>
      <p:sp>
        <p:nvSpPr>
          <p:cNvPr id="102" name="Card 3"/>
          <p:cNvSpPr/>
          <p:nvPr/>
        </p:nvSpPr>
        <p:spPr>
          <a:xfrm>
            <a:off x="6197600" y="1524000"/>
            <a:ext cx="24765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PARTICIPANTS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Professional equity portfolio managers who take real allocation decisions</a:t>
            </a:r>
          </a:p>
        </p:txBody>
      </p:sp>
      <p:sp>
        <p:nvSpPr>
          <p:cNvPr id="103" name="Card 4"/>
          <p:cNvSpPr/>
          <p:nvPr/>
        </p:nvSpPr>
        <p:spPr>
          <a:xfrm>
            <a:off x="8877300" y="1524000"/>
            <a:ext cx="24765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52400" tIns="889000" rIns="152400" bIns="91440" anchor="t"/>
          <a:lstStyle/>
          <a:p>
            <a:pPr algn="l">
              <a:buNone/>
            </a:pPr>
            <a:r>
              <a:rPr lang="en-US" sz="1400" b="1" spc="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ANALYSIS</a:t>
            </a:r>
          </a:p>
          <a:p>
            <a:pPr algn="l">
              <a:buNone/>
            </a:pPr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Two-way cluster-robust OLS regression with respondent fixed effects</a:t>
            </a:r>
          </a:p>
        </p:txBody>
      </p:sp>
      <p:sp>
        <p:nvSpPr>
          <p:cNvPr id="110" name="Stat 1"/>
          <p:cNvSpPr/>
          <p:nvPr/>
        </p:nvSpPr>
        <p:spPr>
          <a:xfrm>
            <a:off x="838200" y="4318000"/>
            <a:ext cx="3369733" cy="1270000"/>
          </a:xfrm>
          <a:prstGeom prst="roundRect">
            <a:avLst>
              <a:gd name="adj" fmla="val 8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53</a:t>
            </a:r>
          </a:p>
          <a:p>
            <a:pPr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Portfolio managers surveyed</a:t>
            </a:r>
          </a:p>
        </p:txBody>
      </p:sp>
      <p:sp>
        <p:nvSpPr>
          <p:cNvPr id="111" name="Stat 2"/>
          <p:cNvSpPr/>
          <p:nvPr/>
        </p:nvSpPr>
        <p:spPr>
          <a:xfrm>
            <a:off x="4411133" y="4318000"/>
            <a:ext cx="3369733" cy="1270000"/>
          </a:xfrm>
          <a:prstGeom prst="roundRect">
            <a:avLst>
              <a:gd name="adj" fmla="val 8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424</a:t>
            </a:r>
          </a:p>
          <a:p>
            <a:pPr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Scenario-level observations</a:t>
            </a:r>
          </a:p>
        </p:txBody>
      </p:sp>
      <p:sp>
        <p:nvSpPr>
          <p:cNvPr id="112" name="Stat 3"/>
          <p:cNvSpPr/>
          <p:nvPr/>
        </p:nvSpPr>
        <p:spPr>
          <a:xfrm>
            <a:off x="7984067" y="4318000"/>
            <a:ext cx="3369733" cy="1270000"/>
          </a:xfrm>
          <a:prstGeom prst="roundRect">
            <a:avLst>
              <a:gd name="adj" fmla="val 8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24</a:t>
            </a:r>
          </a:p>
          <a:p>
            <a:pPr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Real-market scenarios, 3 blocks</a:t>
            </a:r>
          </a:p>
        </p:txBody>
      </p:sp>
      <p:pic>
        <p:nvPicPr>
          <p:cNvPr id="113" name="Graphic 113" descr="Quantitative 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0760" y="1889760"/>
            <a:ext cx="508000" cy="508000"/>
          </a:xfrm>
          <a:prstGeom prst="rect">
            <a:avLst/>
          </a:prstGeom>
        </p:spPr>
      </p:pic>
      <p:pic>
        <p:nvPicPr>
          <p:cNvPr id="114" name="Graphic 114" descr="Experimental design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08680" y="1811020"/>
            <a:ext cx="508000" cy="508000"/>
          </a:xfrm>
          <a:prstGeom prst="rect">
            <a:avLst/>
          </a:prstGeom>
        </p:spPr>
      </p:pic>
      <p:pic>
        <p:nvPicPr>
          <p:cNvPr id="115" name="Graphic 115" descr="Participants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50000" y="1910080"/>
            <a:ext cx="508000" cy="508000"/>
          </a:xfrm>
          <a:prstGeom prst="rect">
            <a:avLst/>
          </a:prstGeom>
        </p:spPr>
      </p:pic>
      <p:pic>
        <p:nvPicPr>
          <p:cNvPr id="116" name="Graphic 116" descr="Statistical analysis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00000" y="188976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353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CFB50-C52A-2F68-3EA9-17DC574DA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Framework</a:t>
            </a:r>
            <a:endParaRPr lang="LID4096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94D6F6B-2753-8922-FEF4-AB41DD0A4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4119" y="1433981"/>
            <a:ext cx="7312413" cy="4941419"/>
          </a:xfrm>
        </p:spPr>
      </p:pic>
    </p:spTree>
    <p:extLst>
      <p:ext uri="{BB962C8B-B14F-4D97-AF65-F5344CB8AC3E}">
        <p14:creationId xmlns:p14="http://schemas.microsoft.com/office/powerpoint/2010/main" val="2991031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Scenario and Shock Dashboard example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BB514F8-B97E-94B9-136B-BFB4CAFC9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1088" b="46808"/>
          <a:stretch/>
        </p:blipFill>
        <p:spPr>
          <a:xfrm>
            <a:off x="1383931" y="1508438"/>
            <a:ext cx="3983407" cy="4011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Content Placeholder 8">
            <a:extLst>
              <a:ext uri="{FF2B5EF4-FFF2-40B4-BE49-F238E27FC236}">
                <a16:creationId xmlns:a16="http://schemas.microsoft.com/office/drawing/2014/main" id="{007F835B-730E-57B2-EC0A-3172FF98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806" r="1076" b="13557"/>
          <a:stretch/>
        </p:blipFill>
        <p:spPr>
          <a:xfrm>
            <a:off x="6824664" y="1691318"/>
            <a:ext cx="3655376" cy="2237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D1C2F3-DA83-9B75-1CDF-219445402582}"/>
              </a:ext>
            </a:extLst>
          </p:cNvPr>
          <p:cNvSpPr txBox="1">
            <a:spLocks/>
          </p:cNvSpPr>
          <p:nvPr/>
        </p:nvSpPr>
        <p:spPr>
          <a:xfrm>
            <a:off x="1341120" y="5740400"/>
            <a:ext cx="3881120" cy="970280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</a:rPr>
              <a:t>Market events are selected randomly across different industries/companies/topics with counter-balancing algorithm.  </a:t>
            </a:r>
          </a:p>
          <a:p>
            <a:pPr marL="0" indent="0">
              <a:lnSpc>
                <a:spcPct val="170000"/>
              </a:lnSpc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bg1"/>
                </a:solidFill>
              </a:rPr>
              <a:t>Top companies (my market cap) are excluded to avoid framing bias.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EFBB0AF2-1B43-A915-BB0C-5C5CD8EB40F9}"/>
              </a:ext>
            </a:extLst>
          </p:cNvPr>
          <p:cNvSpPr txBox="1">
            <a:spLocks/>
          </p:cNvSpPr>
          <p:nvPr/>
        </p:nvSpPr>
        <p:spPr>
          <a:xfrm>
            <a:off x="6854376" y="4239882"/>
            <a:ext cx="3881120" cy="1048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1000" dirty="0">
                <a:solidFill>
                  <a:schemeClr val="bg1"/>
                </a:solidFill>
              </a:rPr>
              <a:t>Interviewer gets Shock Score decomposed into main components together with Treatment Protocol.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Hypothesis H1: Supported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485323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00" dirty="0"/>
              <a:t>Shock Score -&gt; Net Risk Stance</a:t>
            </a:r>
          </a:p>
          <a:p>
            <a:pPr marL="0" indent="0" algn="ctr">
              <a:lnSpc>
                <a:spcPct val="150000"/>
              </a:lnSpc>
              <a:buNone/>
            </a:pPr>
            <a:endParaRPr lang="en-US" sz="2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600" dirty="0"/>
              <a:t>The Null H1 is rejected at the 5 percent significance level.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Shock Score coefficient = -0.4874 (p = 0.0015), a statistically significant negative effect.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Higher shock intensity is systematically associated with a risk-reducing shift in Net Risk Stance.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The result is consistent with behavioral finance theory.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Finding 2: H2 Not Supported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2120"/>
            <a:ext cx="10515600" cy="4363402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00" dirty="0"/>
              <a:t>Treatment -&gt; Portfolio Return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6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600" dirty="0"/>
              <a:t>The null H2 is not rejected: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Dashboard treatment effect = -0.1584 (p = 0.7428), not statistically significant.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The estimate is directionally consistent with the expected moderation mechanism.</a:t>
            </a:r>
          </a:p>
          <a:p>
            <a:pPr>
              <a:lnSpc>
                <a:spcPct val="150000"/>
              </a:lnSpc>
            </a:pPr>
            <a:r>
              <a:rPr lang="en-US" sz="2600" dirty="0"/>
              <a:t>The non-significant result is attributed primarily to limited statistical power, not to an absence of effect.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Conclusions and Recommendations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40400"/>
            <a:ext cx="10515600" cy="660400"/>
          </a:xfrm>
        </p:spPr>
        <p:txBody>
          <a:bodyPr anchor="ctr">
            <a:no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95959"/>
                </a:solidFill>
              </a:rPr>
              <a:t>Shock-driven behaviour is measurable — and what can be measured can be governed.</a:t>
            </a:r>
          </a:p>
        </p:txBody>
      </p:sp>
      <p:sp>
        <p:nvSpPr>
          <p:cNvPr id="130" name="Findings panel"/>
          <p:cNvSpPr/>
          <p:nvPr/>
        </p:nvSpPr>
        <p:spPr>
          <a:xfrm>
            <a:off x="838200" y="1498600"/>
            <a:ext cx="5156200" cy="4038600"/>
          </a:xfrm>
          <a:prstGeom prst="roundRect">
            <a:avLst>
              <a:gd name="adj" fmla="val 4000"/>
            </a:avLst>
          </a:prstGeom>
          <a:solidFill>
            <a:srgbClr val="404040"/>
          </a:solidFill>
          <a:ln>
            <a:noFill/>
          </a:ln>
        </p:spPr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131" name="Recommendations panel"/>
          <p:cNvSpPr/>
          <p:nvPr/>
        </p:nvSpPr>
        <p:spPr>
          <a:xfrm>
            <a:off x="6197600" y="1498600"/>
            <a:ext cx="5156200" cy="4038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140" name="Findings header"/>
          <p:cNvSpPr txBox="1"/>
          <p:nvPr/>
        </p:nvSpPr>
        <p:spPr>
          <a:xfrm>
            <a:off x="1676400" y="1701800"/>
            <a:ext cx="4038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000" spc="200" dirty="0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141" name="Rec header"/>
          <p:cNvSpPr txBox="1"/>
          <p:nvPr/>
        </p:nvSpPr>
        <p:spPr>
          <a:xfrm>
            <a:off x="7035800" y="1701800"/>
            <a:ext cx="4038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000" spc="200" dirty="0">
                <a:solidFill>
                  <a:srgbClr val="404040"/>
                </a:solidFill>
              </a:rPr>
              <a:t>Recommendations</a:t>
            </a:r>
          </a:p>
        </p:txBody>
      </p:sp>
      <p:sp>
        <p:nvSpPr>
          <p:cNvPr id="142" name="Finding 1"/>
          <p:cNvSpPr txBox="1"/>
          <p:nvPr/>
        </p:nvSpPr>
        <p:spPr>
          <a:xfrm>
            <a:off x="1143000" y="24384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FFFFFF"/>
                </a:solidFill>
              </a:rPr>
              <a:t>Info Shocks move behaviour</a:t>
            </a:r>
          </a:p>
          <a:p>
            <a:pPr algn="l">
              <a:buNone/>
            </a:pPr>
            <a:r>
              <a:rPr lang="en-US" sz="1600" dirty="0">
                <a:solidFill>
                  <a:srgbClr val="F2F2F2"/>
                </a:solidFill>
              </a:rPr>
              <a:t>Professional managers shift their Net Risk Stance measurably and systematically when an external information shock lands.</a:t>
            </a:r>
          </a:p>
        </p:txBody>
      </p:sp>
      <p:sp>
        <p:nvSpPr>
          <p:cNvPr id="143" name="Finding 2"/>
          <p:cNvSpPr txBox="1"/>
          <p:nvPr/>
        </p:nvSpPr>
        <p:spPr>
          <a:xfrm>
            <a:off x="1143000" y="40386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FFFFFF"/>
                </a:solidFill>
              </a:rPr>
              <a:t>The Shock Score predicts behavior</a:t>
            </a:r>
          </a:p>
          <a:p>
            <a:pPr algn="l">
              <a:buNone/>
            </a:pPr>
            <a:r>
              <a:rPr lang="en-US" sz="1600" dirty="0">
                <a:solidFill>
                  <a:srgbClr val="F2F2F2"/>
                </a:solidFill>
              </a:rPr>
              <a:t>It behaves consistently as a construct and points in the direction the expected mechanism predicts.</a:t>
            </a:r>
          </a:p>
        </p:txBody>
      </p:sp>
      <p:sp>
        <p:nvSpPr>
          <p:cNvPr id="144" name="Rec 1"/>
          <p:cNvSpPr txBox="1"/>
          <p:nvPr/>
        </p:nvSpPr>
        <p:spPr>
          <a:xfrm>
            <a:off x="6502400" y="24384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404040"/>
                </a:solidFill>
              </a:rPr>
              <a:t>Replicate at scale</a:t>
            </a:r>
          </a:p>
          <a:p>
            <a:pPr algn="l">
              <a:buNone/>
            </a:pPr>
            <a:r>
              <a:rPr lang="en-US" sz="1600" dirty="0">
                <a:solidFill>
                  <a:srgbClr val="595959"/>
                </a:solidFill>
              </a:rPr>
              <a:t>A larger sample is needed to test H2 with adequate statistical power.</a:t>
            </a:r>
          </a:p>
        </p:txBody>
      </p:sp>
      <p:sp>
        <p:nvSpPr>
          <p:cNvPr id="145" name="Rec 2"/>
          <p:cNvSpPr txBox="1"/>
          <p:nvPr/>
        </p:nvSpPr>
        <p:spPr>
          <a:xfrm>
            <a:off x="6502400" y="4038600"/>
            <a:ext cx="45466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dirty="0">
                <a:solidFill>
                  <a:srgbClr val="404040"/>
                </a:solidFill>
              </a:rPr>
              <a:t>Put it into governance</a:t>
            </a:r>
          </a:p>
          <a:p>
            <a:pPr algn="l">
              <a:buNone/>
            </a:pPr>
            <a:r>
              <a:rPr lang="en-US" sz="1600" dirty="0">
                <a:solidFill>
                  <a:srgbClr val="595959"/>
                </a:solidFill>
              </a:rPr>
              <a:t>Behavioural indicators can feed risk-governance frameworks and structured pre-commitment protocols.</a:t>
            </a:r>
          </a:p>
        </p:txBody>
      </p:sp>
      <p:pic>
        <p:nvPicPr>
          <p:cNvPr id="146" name="Graphic 146" descr="Finding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8400" y="1651000"/>
            <a:ext cx="381000" cy="381000"/>
          </a:xfrm>
          <a:prstGeom prst="rect">
            <a:avLst/>
          </a:prstGeom>
        </p:spPr>
      </p:pic>
      <p:pic>
        <p:nvPicPr>
          <p:cNvPr id="147" name="Graphic 147" descr="Recommendations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7800" y="16510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268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Ethical and legal Implications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093960" cy="3779521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70000"/>
              </a:lnSpc>
            </a:pPr>
            <a:r>
              <a:rPr lang="en-US" dirty="0"/>
              <a:t>Decision-support indicators should augment, not replace, professional judgment and accountability.</a:t>
            </a:r>
          </a:p>
          <a:p>
            <a:pPr>
              <a:lnSpc>
                <a:spcPct val="170000"/>
              </a:lnSpc>
            </a:pPr>
            <a:r>
              <a:rPr lang="en-US" dirty="0"/>
              <a:t>Over-reliance on a single composite score risks automation bias and a false sense of precision.</a:t>
            </a:r>
          </a:p>
          <a:p>
            <a:pPr>
              <a:lnSpc>
                <a:spcPct val="170000"/>
              </a:lnSpc>
            </a:pPr>
            <a:r>
              <a:rPr lang="en-US" dirty="0"/>
              <a:t>Transparency and interpretability of the indicator are prerequisites for responsible deployment.</a:t>
            </a:r>
          </a:p>
          <a:p>
            <a:pPr>
              <a:lnSpc>
                <a:spcPct val="170000"/>
              </a:lnSpc>
            </a:pPr>
            <a:r>
              <a:rPr lang="en-US" dirty="0"/>
              <a:t>Behavioral monitoring must respect the professional autonomy and discretion of portfolio managers.</a:t>
            </a:r>
          </a:p>
          <a:p>
            <a:pPr>
              <a:lnSpc>
                <a:spcPct val="170000"/>
              </a:lnSpc>
            </a:pPr>
            <a:r>
              <a:rPr lang="en-US" dirty="0"/>
              <a:t>Legal implication – the line is not crossed (see Annex)</a:t>
            </a:r>
          </a:p>
        </p:txBody>
      </p:sp>
    </p:spTree>
    <p:extLst>
      <p:ext uri="{BB962C8B-B14F-4D97-AF65-F5344CB8AC3E}">
        <p14:creationId xmlns:p14="http://schemas.microsoft.com/office/powerpoint/2010/main" val="2524467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Appendix: Regulatory 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9FCE-1C4D-E903-5D85-78D2A28C319D}"/>
              </a:ext>
            </a:extLst>
          </p:cNvPr>
          <p:cNvSpPr txBox="1"/>
          <p:nvPr/>
        </p:nvSpPr>
        <p:spPr>
          <a:xfrm>
            <a:off x="787400" y="1240554"/>
            <a:ext cx="10246360" cy="420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LID4096" dirty="0"/>
              <a:t>Regulatory position</a:t>
            </a:r>
            <a:r>
              <a:rPr lang="en-US" dirty="0"/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EU AI Act emotion-recognition ban (Art. 5(1)(f)) —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not applicable</a:t>
            </a:r>
            <a:r>
              <a:rPr lang="LID4096" sz="1600" dirty="0"/>
              <a:t>: requires biometric data on natural persons; SC</a:t>
            </a:r>
            <a:r>
              <a:rPr lang="en-US" sz="1600" dirty="0"/>
              <a:t> </a:t>
            </a:r>
            <a:r>
              <a:rPr lang="LID4096" sz="1600" dirty="0"/>
              <a:t>scores events from news text and volume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Social scoring (Art. 5(1)(c)) —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not applicable</a:t>
            </a:r>
            <a:r>
              <a:rPr lang="LID4096" sz="1600" dirty="0"/>
              <a:t>: no person is classified or ranked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Research artefact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exempt</a:t>
            </a:r>
            <a:r>
              <a:rPr lang="LID4096" sz="1600" dirty="0"/>
              <a:t> under Art. 2(6) (scientific R&amp;D) 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If </a:t>
            </a:r>
            <a:r>
              <a:rPr lang="en-US" sz="1600" dirty="0"/>
              <a:t>method is </a:t>
            </a:r>
            <a:r>
              <a:rPr lang="LID4096" sz="1600" dirty="0"/>
              <a:t>deployed: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minimal-risk tier </a:t>
            </a:r>
            <a:r>
              <a:rPr lang="LID4096" sz="1600" dirty="0"/>
              <a:t>(not Annex III); Art. 4 AI-literacy duty applies</a:t>
            </a:r>
            <a:br>
              <a:rPr lang="en-US" sz="1600" dirty="0"/>
            </a:br>
            <a:r>
              <a:rPr lang="LID4096" sz="1600" dirty="0"/>
              <a:t>GDPR / revFADP (2023) govern survey data — consent, minimisation, anonymised reporting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Switzerland has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no AI act</a:t>
            </a:r>
            <a:r>
              <a:rPr lang="LID4096" sz="1600" dirty="0"/>
              <a:t>: sector-specific approach confirmed 12 Feb 2025; CoE Framework Convention ratification, consultation bill due end-2026 → FINMA Guidance 08/2024 is the operative standard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LID4096" sz="1600" dirty="0"/>
              <a:t>Human-in-the-loop by design keeps the tool </a:t>
            </a:r>
            <a:r>
              <a:rPr lang="LID4096" sz="1600" dirty="0">
                <a:solidFill>
                  <a:schemeClr val="accent6">
                    <a:lumMod val="75000"/>
                  </a:schemeClr>
                </a:solidFill>
              </a:rPr>
              <a:t>outside MiFID </a:t>
            </a:r>
            <a:r>
              <a:rPr lang="LID4096" sz="1600" dirty="0"/>
              <a:t>II Art. 17 algorithmic trading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LID4096" dirty="0"/>
              <a:t>⚠️ Line not crossed: profiling individual managers would trigger Annex III(4) high-risk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6968E0-6D96-2329-3E0E-278000D6E020}"/>
              </a:ext>
            </a:extLst>
          </p:cNvPr>
          <p:cNvSpPr txBox="1"/>
          <p:nvPr/>
        </p:nvSpPr>
        <p:spPr>
          <a:xfrm>
            <a:off x="787400" y="5479614"/>
            <a:ext cx="83972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000" dirty="0"/>
              <a:t>Sources: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Article 3: Definitions | EU Artificial Intelligence Act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Article 5: Prohibited AI Practices | EU Artificial Intelligence Act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Red Lines under EU AI Act: Unpacking the prohibition of emotion recognition in the workplace and education institutions (FPF)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AI regulation: Federal Council to ratify Council of Europe Convention (admin.ch)- Switzerland Sets Its Course on AI Legislation (Pestalozzi)</a:t>
            </a:r>
            <a:endParaRPr lang="en-US" sz="1000" dirty="0"/>
          </a:p>
          <a:p>
            <a:pPr marL="342900" indent="-342900">
              <a:buFont typeface="+mj-lt"/>
              <a:buAutoNum type="arabicPeriod"/>
            </a:pPr>
            <a:r>
              <a:rPr lang="LID4096" sz="1000" dirty="0"/>
              <a:t>FINMA guidance on governance and risk management when using artificial intelligence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Personal Lessons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485323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 rigorous, pre-specified design protects the credibility of findings more than any single result.</a:t>
            </a:r>
          </a:p>
          <a:p>
            <a:pPr>
              <a:lnSpc>
                <a:spcPct val="150000"/>
              </a:lnSpc>
            </a:pPr>
            <a:r>
              <a:rPr lang="en-US" dirty="0"/>
              <a:t>A non-significant result is a legitimate and informative scientific contribution.</a:t>
            </a:r>
          </a:p>
          <a:p>
            <a:pPr>
              <a:lnSpc>
                <a:spcPct val="150000"/>
              </a:lnSpc>
            </a:pPr>
            <a:r>
              <a:rPr lang="en-US" dirty="0"/>
              <a:t>Statistical power must be planned at the design stage, not diagnosed afterwards.</a:t>
            </a:r>
          </a:p>
          <a:p>
            <a:pPr>
              <a:lnSpc>
                <a:spcPct val="150000"/>
              </a:lnSpc>
            </a:pPr>
            <a:r>
              <a:rPr lang="en-US" dirty="0"/>
              <a:t>Translating behavioral theory into a practitioner tool requires disciplined simplification.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485323"/>
          </a:xfrm>
        </p:spPr>
        <p:txBody>
          <a:bodyPr/>
          <a:lstStyle/>
          <a:p>
            <a:pPr marL="457200" indent="-457200">
              <a:buNone/>
            </a:pPr>
            <a:r>
              <a:rPr lang="en-US" dirty="0"/>
              <a:t>Yang, Y., UY, M. C. S., &amp; Huang, A. (2020). </a:t>
            </a:r>
            <a:r>
              <a:rPr lang="en-US" i="1" dirty="0"/>
              <a:t>FinBERT: A pretrained language model for financial communications</a:t>
            </a:r>
            <a:r>
              <a:rPr lang="en-US" dirty="0"/>
              <a:t> [Preprint]. arXiv. https://doi.org/10.48550/arXiv.2006.08097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EAC2A-5706-C65F-88DE-7DA698789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161800" cy="82359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5D3EC4-46A1-A411-92FC-D6D6575EF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1639"/>
            <a:ext cx="10515600" cy="4485323"/>
          </a:xfrm>
        </p:spPr>
        <p:txBody>
          <a:bodyPr/>
          <a:lstStyle/>
          <a:p>
            <a:r>
              <a:rPr lang="en-US" dirty="0"/>
              <a:t>Aliaksei Malashonak – Executive Master of Business Administration.</a:t>
            </a:r>
          </a:p>
          <a:p>
            <a:r>
              <a:rPr lang="en-US" dirty="0"/>
              <a:t>SBS Swiss Business School.</a:t>
            </a:r>
          </a:p>
          <a:p>
            <a:r>
              <a:rPr lang="en-US" dirty="0"/>
              <a:t>Questions and discussion are welcome.</a:t>
            </a:r>
          </a:p>
        </p:txBody>
      </p:sp>
    </p:spTree>
    <p:extLst>
      <p:ext uri="{BB962C8B-B14F-4D97-AF65-F5344CB8AC3E}">
        <p14:creationId xmlns:p14="http://schemas.microsoft.com/office/powerpoint/2010/main" val="3410717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B9FC-9460-23E7-F132-F3695D17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1: H1 regression results</a:t>
            </a: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F816A7-F137-4A09-338C-704C22508C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1703" y="2253350"/>
            <a:ext cx="7592497" cy="3600980"/>
          </a:xfrm>
        </p:spPr>
      </p:pic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DD5A7C2A-338A-3141-3B78-2BF00429FACD}"/>
              </a:ext>
            </a:extLst>
          </p:cNvPr>
          <p:cNvSpPr txBox="1">
            <a:spLocks/>
          </p:cNvSpPr>
          <p:nvPr/>
        </p:nvSpPr>
        <p:spPr>
          <a:xfrm>
            <a:off x="3571240" y="1554479"/>
            <a:ext cx="4505960" cy="59944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Shock Score -&gt; Net Risk Stance</a:t>
            </a:r>
          </a:p>
        </p:txBody>
      </p:sp>
    </p:spTree>
    <p:extLst>
      <p:ext uri="{BB962C8B-B14F-4D97-AF65-F5344CB8AC3E}">
        <p14:creationId xmlns:p14="http://schemas.microsoft.com/office/powerpoint/2010/main" val="214505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DB9FC-9460-23E7-F132-F3695D17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2: H2 regression results</a:t>
            </a:r>
            <a:endParaRPr lang="LID4096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60F00-D52B-4105-F882-398308458061}"/>
              </a:ext>
            </a:extLst>
          </p:cNvPr>
          <p:cNvSpPr txBox="1">
            <a:spLocks/>
          </p:cNvSpPr>
          <p:nvPr/>
        </p:nvSpPr>
        <p:spPr>
          <a:xfrm>
            <a:off x="3571240" y="1554479"/>
            <a:ext cx="4505960" cy="5994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Treatment -&gt; Portfolio Return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F206C88-A4E7-FB40-1ED6-A4C61DC8AF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2200" y="2473958"/>
            <a:ext cx="9800178" cy="2489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496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2CD2C-0D3C-E052-8145-7C09B54F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3: Regression Method Explained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97D04-F565-1CCC-3274-97341AA9E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19679"/>
            <a:ext cx="10515600" cy="246888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Two-way cluster-robust OLS regression with respondent fixed effects</a:t>
            </a:r>
          </a:p>
          <a:p>
            <a:pPr marL="457200" indent="-457200">
              <a:lnSpc>
                <a:spcPct val="95000"/>
              </a:lnSpc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OLS regression — measures how much the allocation decision changes when the Shock Score is displayed, holding the other scenario features constant.</a:t>
            </a:r>
          </a:p>
          <a:p>
            <a:pPr marL="457200" indent="-457200">
              <a:lnSpc>
                <a:spcPct val="95000"/>
              </a:lnSpc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Respondent fixed effects — every manager is compared with himself, so personal risk appetite, seniority and house style drop out of the estimate.</a:t>
            </a:r>
          </a:p>
          <a:p>
            <a:pPr marL="457200" indent="-457200">
              <a:lnSpc>
                <a:spcPct val="95000"/>
              </a:lnSpc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Two-way clustering (respondent and scenario) — one person answers many scenarios and one scenario is judged by many people; clustering corrects the standard errors for both, so significance is not overstated.</a:t>
            </a:r>
          </a:p>
        </p:txBody>
      </p:sp>
      <p:sp>
        <p:nvSpPr>
          <p:cNvPr id="120" name="Read it as band"/>
          <p:cNvSpPr/>
          <p:nvPr/>
        </p:nvSpPr>
        <p:spPr>
          <a:xfrm>
            <a:off x="838200" y="5181600"/>
            <a:ext cx="10515600" cy="106680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 w="12700">
            <a:solidFill>
              <a:srgbClr val="C9D8F0"/>
            </a:solidFill>
          </a:ln>
        </p:spPr>
        <p:txBody>
          <a:bodyPr wrap="square" lIns="228600" tIns="91440" rIns="228600" bIns="91440" anchor="ctr">
            <a:noAutofit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</a:t>
            </a:r>
            <a:r>
              <a:rPr lang="en-US" sz="1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he effect is measured within-person and is deliberately conservative: it reflects the dashboard itself, not who answered or which market event was shown.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53D4AF-9747-B473-10D8-7AF276066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848" y="1600127"/>
            <a:ext cx="4419983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462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02237-DAD9-E594-3E62-B1A9ABD4A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Appendix 4: Normality of Key Responses and </a:t>
            </a:r>
            <a:br>
              <a:rPr lang="en-US" dirty="0"/>
            </a:br>
            <a:r>
              <a:rPr lang="en-US" dirty="0"/>
              <a:t>Method Justification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CB72D1-766D-26AB-7AEC-3BE012141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026" y="1309301"/>
            <a:ext cx="3578844" cy="23607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875994-5B4D-6920-B980-FD390EC8D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251" y="4250594"/>
            <a:ext cx="6041789" cy="247564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3298BAB-5072-DD12-CE47-603325557C84}"/>
              </a:ext>
            </a:extLst>
          </p:cNvPr>
          <p:cNvSpPr txBox="1"/>
          <p:nvPr/>
        </p:nvSpPr>
        <p:spPr>
          <a:xfrm>
            <a:off x="9372600" y="1424609"/>
            <a:ext cx="2562225" cy="811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800" dirty="0"/>
              <a:t>Net Risk Stance (NRS), n = 424. Skewness = −0.1846; excess kurtosis = −0.2561; Shapiro-Wilk W = 0.9455, p &lt; 0.0001. Approximately symmetric and unimodal; all seven categories materially populated.</a:t>
            </a:r>
            <a:endParaRPr lang="LID4096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347709-57F4-F9A8-4B6E-719EACD7653D}"/>
              </a:ext>
            </a:extLst>
          </p:cNvPr>
          <p:cNvSpPr txBox="1"/>
          <p:nvPr/>
        </p:nvSpPr>
        <p:spPr>
          <a:xfrm>
            <a:off x="9372600" y="2351871"/>
            <a:ext cx="2675335" cy="811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800" dirty="0"/>
              <a:t>Primary H1 residuals, n = 424. Skewness = 0.0205; excess kurtosis = 0.5096; Shapiro-Wilk W = 0.9849, p = 0.0002. Approximately symmetric and </a:t>
            </a:r>
            <a:r>
              <a:rPr lang="en-US" sz="800" dirty="0" err="1"/>
              <a:t>centred</a:t>
            </a:r>
            <a:r>
              <a:rPr lang="en-US" sz="800" dirty="0"/>
              <a:t> on zero; Q-Q plot tracks the reference line with mild tail deviation.</a:t>
            </a:r>
            <a:endParaRPr lang="LID4096" sz="800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552525F8-591B-66AD-67B6-053DD8C68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5888"/>
            <a:ext cx="4724400" cy="4838699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dirty="0"/>
              <a:t>Net Risk Stance is a </a:t>
            </a:r>
            <a:r>
              <a:rPr lang="en-US" b="1" dirty="0"/>
              <a:t>seven-point ordinal scale </a:t>
            </a:r>
            <a:r>
              <a:rPr lang="en-US" dirty="0"/>
              <a:t>-- cannot follow an exact normal distribution by construction</a:t>
            </a:r>
          </a:p>
          <a:p>
            <a:pPr>
              <a:lnSpc>
                <a:spcPct val="170000"/>
              </a:lnSpc>
            </a:pPr>
            <a:r>
              <a:rPr lang="en-US" dirty="0"/>
              <a:t>The response is </a:t>
            </a:r>
            <a:r>
              <a:rPr lang="en-US" b="1" dirty="0"/>
              <a:t>approximately symmetric </a:t>
            </a:r>
            <a:r>
              <a:rPr lang="en-US" dirty="0"/>
              <a:t>with all seven categories well populated, and skewness and excess kurtosis are low.</a:t>
            </a:r>
          </a:p>
          <a:p>
            <a:pPr>
              <a:lnSpc>
                <a:spcPct val="170000"/>
              </a:lnSpc>
            </a:pPr>
            <a:r>
              <a:rPr lang="en-US" dirty="0"/>
              <a:t>OLS requires </a:t>
            </a:r>
            <a:r>
              <a:rPr lang="en-US" b="1" dirty="0"/>
              <a:t>approximately normal errors</a:t>
            </a:r>
            <a:r>
              <a:rPr lang="en-US" dirty="0"/>
              <a:t>, not a normal dependent variable; the residuals are near-symmetric and close to normal (W = 0.9849), and with 424 observations the central limit theorem applies.</a:t>
            </a:r>
          </a:p>
          <a:p>
            <a:pPr>
              <a:lnSpc>
                <a:spcPct val="170000"/>
              </a:lnSpc>
            </a:pPr>
            <a:r>
              <a:rPr lang="en-US" dirty="0"/>
              <a:t>Shapiro-Wilk rejects strict normality for both series; at n = 424 the test detects trivial departures, so the high W values and small skewness and kurtosis are the more informative evidence.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US" b="1" dirty="0"/>
              <a:t>The H1 conclusion does not depend on a normality assumption.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2104700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3560-5D50-E845-AFB4-EB74F0894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34388" cy="823595"/>
          </a:xfrm>
        </p:spPr>
        <p:txBody>
          <a:bodyPr>
            <a:normAutofit fontScale="90000"/>
          </a:bodyPr>
          <a:lstStyle/>
          <a:p>
            <a:r>
              <a:rPr lang="en-US" dirty="0"/>
              <a:t>Appendix 5: Does shock score predict return?</a:t>
            </a: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F5F893-43B3-F943-F44E-0365E1D40E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7131" y="1284288"/>
            <a:ext cx="7877737" cy="4892675"/>
          </a:xfrm>
        </p:spPr>
      </p:pic>
    </p:spTree>
    <p:extLst>
      <p:ext uri="{BB962C8B-B14F-4D97-AF65-F5344CB8AC3E}">
        <p14:creationId xmlns:p14="http://schemas.microsoft.com/office/powerpoint/2010/main" val="204907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74B05-256B-C455-1B9C-2B6D09A24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6: Shock Score decomposition.</a:t>
            </a:r>
            <a:endParaRPr lang="LID4096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895798D-59C9-8DBD-E082-9F52C81C1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96734" y="1284288"/>
            <a:ext cx="8998531" cy="489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48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Appendix </a:t>
            </a:r>
            <a:r>
              <a:rPr lang="en-US" sz="3000" dirty="0"/>
              <a:t>6: </a:t>
            </a:r>
            <a:r>
              <a:rPr sz="3000" dirty="0"/>
              <a:t>Building the Shock Score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527048"/>
            <a:ext cx="1764792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Article Count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AC_e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Number of news headlines in the shock window.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0156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96360" y="1527048"/>
            <a:ext cx="1833880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Sentiment Extremity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SE_e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Largest absolute FinBERT sentiment in the 30-min shock bar.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63360" y="1527048"/>
            <a:ext cx="1879600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Attention Intensity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AI_e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Shock-bar volume ÷ 60-day average 30-min volume.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0848" y="1481328"/>
            <a:ext cx="267004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77680" y="1527048"/>
            <a:ext cx="1808480" cy="158504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/>
            <a:r>
              <a:rPr sz="1400" b="1" i="0" dirty="0">
                <a:solidFill>
                  <a:srgbClr val="44546A"/>
                </a:solidFill>
                <a:latin typeface="Calibri"/>
              </a:rPr>
              <a:t>Event-Type Severity</a:t>
            </a:r>
            <a:endParaRPr lang="en-US" sz="1400" b="1" i="0" dirty="0">
              <a:solidFill>
                <a:srgbClr val="44546A"/>
              </a:solidFill>
              <a:latin typeface="Calibri"/>
            </a:endParaRPr>
          </a:p>
          <a:p>
            <a:pPr algn="l"/>
            <a:endParaRPr sz="1400" b="1" i="0" dirty="0">
              <a:solidFill>
                <a:srgbClr val="44546A"/>
              </a:solidFill>
              <a:latin typeface="Calibri"/>
            </a:endParaRPr>
          </a:p>
          <a:p>
            <a:pPr algn="ctr"/>
            <a:r>
              <a:rPr sz="1400" b="1" i="1" dirty="0" err="1">
                <a:solidFill>
                  <a:srgbClr val="4472C4"/>
                </a:solidFill>
                <a:latin typeface="Calibri"/>
              </a:rPr>
              <a:t>ES_e</a:t>
            </a:r>
            <a:endParaRPr lang="en-US"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endParaRPr sz="1400" b="1" i="1" dirty="0">
              <a:solidFill>
                <a:srgbClr val="4472C4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Event-category volatility vs overall </a:t>
            </a:r>
            <a:endParaRPr lang="en-US" sz="1400" b="0" i="0" dirty="0">
              <a:solidFill>
                <a:srgbClr val="44546A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44546A"/>
                </a:solidFill>
                <a:latin typeface="Calibri"/>
              </a:rPr>
              <a:t>(</a:t>
            </a:r>
            <a:r>
              <a:rPr sz="1400" b="0" i="0" dirty="0" err="1">
                <a:solidFill>
                  <a:srgbClr val="44546A"/>
                </a:solidFill>
                <a:latin typeface="Calibri"/>
              </a:rPr>
              <a:t>σ_k</a:t>
            </a:r>
            <a:r>
              <a:rPr sz="1400" b="0" i="0" dirty="0">
                <a:solidFill>
                  <a:srgbClr val="44546A"/>
                </a:solidFill>
                <a:latin typeface="Calibri"/>
              </a:rPr>
              <a:t> ÷ </a:t>
            </a:r>
            <a:r>
              <a:rPr sz="1400" b="0" i="0" dirty="0" err="1">
                <a:solidFill>
                  <a:srgbClr val="44546A"/>
                </a:solidFill>
                <a:latin typeface="Calibri"/>
              </a:rPr>
              <a:t>σ_all</a:t>
            </a:r>
            <a:r>
              <a:rPr sz="1400" b="0" i="0" dirty="0">
                <a:solidFill>
                  <a:srgbClr val="44546A"/>
                </a:solidFill>
                <a:latin typeface="Calibri"/>
              </a:rPr>
              <a:t>).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52160" y="3310128"/>
            <a:ext cx="502920" cy="457200"/>
          </a:xfrm>
          <a:prstGeom prst="downArrow">
            <a:avLst>
              <a:gd name="adj1" fmla="val 8000"/>
              <a:gd name="adj2" fmla="val 50000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66928" y="3913632"/>
            <a:ext cx="3200400" cy="1078992"/>
          </a:xfrm>
          <a:prstGeom prst="roundRect">
            <a:avLst>
              <a:gd name="adj" fmla="val 8000"/>
            </a:avLst>
          </a:prstGeom>
          <a:solidFill>
            <a:srgbClr val="E8EEF7"/>
          </a:solidFill>
          <a:ln w="12700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3913632"/>
            <a:ext cx="2980944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/>
            <a:r>
              <a:rPr sz="1300" b="1" i="0">
                <a:solidFill>
                  <a:srgbClr val="44546A"/>
                </a:solidFill>
                <a:latin typeface="Calibri"/>
              </a:rPr>
              <a:t>Standardise</a:t>
            </a:r>
          </a:p>
          <a:p>
            <a:pPr algn="ctr"/>
            <a:r>
              <a:rPr sz="1050" b="0" i="0">
                <a:solidFill>
                  <a:srgbClr val="44546A"/>
                </a:solidFill>
                <a:latin typeface="Calibri"/>
              </a:rPr>
              <a:t>Each component z-scored across all events.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13048" y="4224528"/>
            <a:ext cx="777240" cy="457200"/>
          </a:xfrm>
          <a:prstGeom prst="rightArrow">
            <a:avLst>
              <a:gd name="adj1" fmla="val 8000"/>
              <a:gd name="adj2" fmla="val 50000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36008" y="3913632"/>
            <a:ext cx="3200400" cy="1078992"/>
          </a:xfrm>
          <a:prstGeom prst="roundRect">
            <a:avLst>
              <a:gd name="adj" fmla="val 8000"/>
            </a:avLst>
          </a:prstGeom>
          <a:solidFill>
            <a:srgbClr val="E8EEF7"/>
          </a:solidFill>
          <a:ln w="12700">
            <a:solidFill>
              <a:srgbClr val="B4C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45736" y="3913632"/>
            <a:ext cx="2980944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/>
            <a:r>
              <a:rPr sz="1300" b="1" i="0">
                <a:solidFill>
                  <a:srgbClr val="44546A"/>
                </a:solidFill>
                <a:latin typeface="Calibri"/>
              </a:rPr>
              <a:t>Combine (PCA)</a:t>
            </a:r>
          </a:p>
          <a:p>
            <a:pPr algn="ctr"/>
            <a:r>
              <a:rPr sz="1050" b="0" i="0">
                <a:solidFill>
                  <a:srgbClr val="44546A"/>
                </a:solidFill>
                <a:latin typeface="Calibri"/>
              </a:rPr>
              <a:t>First principal component (PC1) sets the weights.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82128" y="4224528"/>
            <a:ext cx="777240" cy="457200"/>
          </a:xfrm>
          <a:prstGeom prst="rightArrow">
            <a:avLst>
              <a:gd name="adj1" fmla="val 8000"/>
              <a:gd name="adj2" fmla="val 50000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705088" y="3913632"/>
            <a:ext cx="3200400" cy="1078992"/>
          </a:xfrm>
          <a:prstGeom prst="roundRect">
            <a:avLst>
              <a:gd name="adj" fmla="val 8000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14815" y="3913632"/>
            <a:ext cx="2980944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SC_total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Composite shock-intensity score
(higher = more intense shock).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440680"/>
            <a:ext cx="11064240" cy="82296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/>
            <a:r>
              <a:rPr sz="1100" b="0" i="0">
                <a:solidFill>
                  <a:srgbClr val="44546A"/>
                </a:solidFill>
                <a:latin typeface="Calibri"/>
              </a:rPr>
              <a:t>Inputs: Interactive Brokers 30-minute price bars  ·  Benzinga headlines  ·  FinBERT sentiment.</a:t>
            </a:r>
          </a:p>
          <a:p>
            <a:pPr algn="l"/>
            <a:r>
              <a:rPr sz="1050" b="0" i="1">
                <a:solidFill>
                  <a:srgbClr val="7F7F7F"/>
                </a:solidFill>
                <a:latin typeface="Calibri"/>
              </a:rPr>
              <a:t>All four are event-level components (subscript e). PCA combines them into a single ex-ante measure available at the point of decision.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Appendix </a:t>
            </a:r>
            <a:r>
              <a:rPr lang="en-US" sz="3000" dirty="0"/>
              <a:t>7: </a:t>
            </a:r>
            <a:r>
              <a:rPr sz="3000" dirty="0"/>
              <a:t>Decision</a:t>
            </a:r>
            <a:r>
              <a:rPr lang="en-US" sz="3000" dirty="0"/>
              <a:t> Protocols</a:t>
            </a:r>
            <a:endParaRPr sz="3000" dirty="0"/>
          </a:p>
        </p:txBody>
      </p:sp>
      <p:sp>
        <p:nvSpPr>
          <p:cNvPr id="3" name="Rounded Rectangle 2"/>
          <p:cNvSpPr/>
          <p:nvPr/>
        </p:nvSpPr>
        <p:spPr>
          <a:xfrm>
            <a:off x="566928" y="1517904"/>
            <a:ext cx="11064240" cy="1078992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17904"/>
            <a:ext cx="3200400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HALT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Above 85th percentile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1517904"/>
            <a:ext cx="7132320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Intense shock: prompt pre-commitment and a pause before acting.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743200"/>
            <a:ext cx="11064240" cy="1078992"/>
          </a:xfrm>
          <a:prstGeom prst="roundRect">
            <a:avLst>
              <a:gd name="adj" fmla="val 8000"/>
            </a:avLst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2743200"/>
            <a:ext cx="3200400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60th – 85th percentile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4528" y="2743200"/>
            <a:ext cx="7132320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Elevated shock: prompt a deliberate reassessment of the position.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68496"/>
            <a:ext cx="11064240" cy="1078992"/>
          </a:xfrm>
          <a:prstGeom prst="roundRect">
            <a:avLst>
              <a:gd name="adj" fmla="val 8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3968496"/>
            <a:ext cx="3200400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MONITOR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Below 60th percentile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3968496"/>
            <a:ext cx="7132320" cy="10789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Routine conditions: no action prompted.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32120"/>
            <a:ext cx="11064240" cy="9144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/>
            <a:r>
              <a:rPr sz="1150" b="1" i="0">
                <a:solidFill>
                  <a:srgbClr val="44546A"/>
                </a:solidFill>
                <a:latin typeface="Calibri"/>
              </a:rPr>
              <a:t>Bands are percentile cut-offs on the scenario SC_total distribution.</a:t>
            </a:r>
          </a:p>
          <a:p>
            <a:pPr algn="l"/>
            <a:r>
              <a:rPr sz="1100" b="0" i="0">
                <a:solidFill>
                  <a:srgbClr val="44546A"/>
                </a:solidFill>
                <a:latin typeface="Calibri"/>
              </a:rPr>
              <a:t>The dashboard surfaces the band at the moment of decision (ex-ante). Displaying it is the intervention tested in H2 (ShowSC).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Appendix </a:t>
            </a:r>
            <a:r>
              <a:rPr lang="en-US" sz="3000" dirty="0"/>
              <a:t>8: </a:t>
            </a:r>
            <a:r>
              <a:rPr sz="3000" dirty="0"/>
              <a:t>Respondent Profile</a:t>
            </a:r>
          </a:p>
        </p:txBody>
      </p:sp>
      <p:pic>
        <p:nvPicPr>
          <p:cNvPr id="3" name="Picture 2" descr="fig_demo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907" y="2116773"/>
            <a:ext cx="11155680" cy="339889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dirty="0"/>
              <a:t>Appendix </a:t>
            </a:r>
            <a:r>
              <a:rPr lang="en-US" sz="3000" dirty="0"/>
              <a:t>8 (cont.): </a:t>
            </a:r>
            <a:r>
              <a:rPr sz="3000" dirty="0"/>
              <a:t>Respondent Profile</a:t>
            </a:r>
          </a:p>
        </p:txBody>
      </p:sp>
      <p:pic>
        <p:nvPicPr>
          <p:cNvPr id="3" name="Picture 2" descr="fig_demo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48889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EB5C9-A83D-CF35-0B41-14C66E66B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46440" cy="823595"/>
          </a:xfrm>
        </p:spPr>
        <p:txBody>
          <a:bodyPr>
            <a:normAutofit fontScale="90000"/>
          </a:bodyPr>
          <a:lstStyle/>
          <a:p>
            <a:r>
              <a:rPr lang="en-US" dirty="0"/>
              <a:t>Appendix 9: Paradigm --  How the Design Answers the Research Questions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CDAF0-1A99-262F-5FB0-DFDE74EBA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4288"/>
            <a:ext cx="10515600" cy="2449512"/>
          </a:xfrm>
        </p:spPr>
        <p:txBody>
          <a:bodyPr>
            <a:normAutofit fontScale="4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dirty="0"/>
              <a:t>Research Paradigm – What each term means (Saunders et al., 2019):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Positivist — </a:t>
            </a:r>
            <a:r>
              <a:rPr lang="en-US" b="1" dirty="0"/>
              <a:t>knowledge comes only from observable</a:t>
            </a:r>
            <a:r>
              <a:rPr lang="en-US" dirty="0"/>
              <a:t>, measurable facts, independent of the researcher's beliefs. In this study: structured seven-point survey responses and market data — no interpretation of what managers "meant.“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Deductive — reasoning runs </a:t>
            </a:r>
            <a:r>
              <a:rPr lang="en-US" b="1" dirty="0"/>
              <a:t>from theory to data</a:t>
            </a:r>
            <a:r>
              <a:rPr lang="en-US" dirty="0"/>
              <a:t>, never the reverse: behavioral finance theory → testable hypotheses → measurement → statistical test. (Opposite: inductive — building theory out of observations.)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Theory-testing — the study does not create new theory from the data; it </a:t>
            </a:r>
            <a:r>
              <a:rPr lang="en-US" b="1" dirty="0"/>
              <a:t>checks whether predictions of existing theory hold</a:t>
            </a:r>
            <a:r>
              <a:rPr lang="en-US" dirty="0"/>
              <a:t> in a professional sample.</a:t>
            </a:r>
          </a:p>
          <a:p>
            <a:pPr lvl="1">
              <a:lnSpc>
                <a:spcPct val="170000"/>
              </a:lnSpc>
            </a:pPr>
            <a:r>
              <a:rPr lang="en-US" dirty="0"/>
              <a:t>Falsification logic (Popper) — </a:t>
            </a:r>
            <a:r>
              <a:rPr lang="en-US" b="1" dirty="0"/>
              <a:t>hypotheses are stated as null statements</a:t>
            </a:r>
            <a:r>
              <a:rPr lang="en-US" dirty="0"/>
              <a:t> that data could reject. Nothing is ever "proven": a claim stands only while the evidence fails to reject it at the pre-set threshold (α = 0.05).</a:t>
            </a:r>
            <a:endParaRPr lang="LID4096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24323253-08C3-996B-CE7D-5FE2DF8B1AD5}"/>
              </a:ext>
            </a:extLst>
          </p:cNvPr>
          <p:cNvSpPr txBox="1">
            <a:spLocks/>
          </p:cNvSpPr>
          <p:nvPr/>
        </p:nvSpPr>
        <p:spPr>
          <a:xfrm>
            <a:off x="995680" y="5853112"/>
            <a:ext cx="10086657" cy="809625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70000"/>
              </a:lnSpc>
              <a:buNone/>
            </a:pPr>
            <a:r>
              <a:rPr lang="en-US" dirty="0"/>
              <a:t>Under </a:t>
            </a:r>
            <a:r>
              <a:rPr lang="en-US" b="1" dirty="0"/>
              <a:t>falsification logic</a:t>
            </a:r>
            <a:r>
              <a:rPr lang="en-US" dirty="0"/>
              <a:t>, a null result is a complete answer, not a failure: the research question is answered by running the test, not by the direction of its outcome. The H2 null is reported as informative and bounded by statistical power (§5.8.2).</a:t>
            </a:r>
            <a:endParaRPr lang="LID4096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05AAB0B-27A9-0644-015D-6F44103613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3831" y="3838142"/>
            <a:ext cx="7864490" cy="1741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449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7E6E6"/>
      </a:lt2>
      <a:accent1>
        <a:srgbClr val="7F7F7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26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9C1F7D-CA43-457A-86A1-7A502A7F7374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b421291-180b-49c5-be6b-9232e2a78eb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2009</Words>
  <Application>Microsoft Office PowerPoint</Application>
  <PresentationFormat>Widescreen</PresentationFormat>
  <Paragraphs>189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Calibri Light</vt:lpstr>
      <vt:lpstr>Office</vt:lpstr>
      <vt:lpstr>Office</vt:lpstr>
      <vt:lpstr>Reducing Emotional Biases in Investment Portfolio Management</vt:lpstr>
      <vt:lpstr>Topic and Motivation</vt:lpstr>
      <vt:lpstr>Example: Short Term market Reaction to Informational Shock </vt:lpstr>
      <vt:lpstr>Research Question and Hypotheses</vt:lpstr>
      <vt:lpstr>Method and Design</vt:lpstr>
      <vt:lpstr>Research Framework</vt:lpstr>
      <vt:lpstr>Scenario and Shock Dashboard example</vt:lpstr>
      <vt:lpstr>Hypothesis H1: Supported</vt:lpstr>
      <vt:lpstr>Finding 2: H2 Not Supported</vt:lpstr>
      <vt:lpstr>Conclusions and Recommendations</vt:lpstr>
      <vt:lpstr>Ethical and legal Implications</vt:lpstr>
      <vt:lpstr>Appendix: Regulatory Context</vt:lpstr>
      <vt:lpstr>Personal Lessons Learned</vt:lpstr>
      <vt:lpstr>References</vt:lpstr>
      <vt:lpstr>Thank You</vt:lpstr>
      <vt:lpstr>Appendix 1: H1 regression results</vt:lpstr>
      <vt:lpstr>Appendix 2: H2 regression results</vt:lpstr>
      <vt:lpstr>Appendix 3: Regression Method Explained</vt:lpstr>
      <vt:lpstr>Appendix 4: Normality of Key Responses and  Method Justification</vt:lpstr>
      <vt:lpstr>Appendix 5: Does shock score predict return?</vt:lpstr>
      <vt:lpstr>Appendix 6: Shock Score decomposition.</vt:lpstr>
      <vt:lpstr>Appendix 6: Building the Shock Score</vt:lpstr>
      <vt:lpstr>Appendix 7: Decision Protocols</vt:lpstr>
      <vt:lpstr>Appendix 8: Respondent Profile</vt:lpstr>
      <vt:lpstr>Appendix 8 (cont.): Respondent Profile</vt:lpstr>
      <vt:lpstr>Appendix 9: Paradigm --  How the Design Answers the Research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Dr. Günther Singer</dc:creator>
  <cp:lastModifiedBy>Alexey Malashonak</cp:lastModifiedBy>
  <cp:revision>25</cp:revision>
  <dcterms:created xsi:type="dcterms:W3CDTF">2021-09-23T13:50:55Z</dcterms:created>
  <dcterms:modified xsi:type="dcterms:W3CDTF">2026-08-31T09:58:00Z</dcterms:modified>
</cp:coreProperties>
</file>