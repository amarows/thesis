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5" r:id="rId4"/>
    <p:sldId id="283" r:id="rId5"/>
    <p:sldId id="284" r:id="rId6"/>
    <p:sldId id="29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6" r:id="rId16"/>
    <p:sldId id="297" r:id="rId17"/>
    <p:sldId id="298" r:id="rId18"/>
    <p:sldId id="299" r:id="rId19"/>
    <p:sldId id="300" r:id="rId20"/>
    <p:sldId id="258" r:id="rId21"/>
    <p:sldId id="259" r:id="rId22"/>
    <p:sldId id="301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8" autoAdjust="0"/>
    <p:restoredTop sz="80479" autoAdjust="0"/>
  </p:normalViewPr>
  <p:slideViewPr>
    <p:cSldViewPr snapToGrid="0" snapToObjects="1">
      <p:cViewPr varScale="1">
        <p:scale>
          <a:sx n="145" d="100"/>
          <a:sy n="145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ey Malashonak" userId="52025583bffa8bdb" providerId="LiveId" clId="{84C5660C-1E02-453B-BA8F-E3461472D08E}"/>
    <pc:docChg chg="undo custSel addSld modSld">
      <pc:chgData name="Alexey Malashonak" userId="52025583bffa8bdb" providerId="LiveId" clId="{84C5660C-1E02-453B-BA8F-E3461472D08E}" dt="2026-07-10T12:54:15.971" v="111"/>
      <pc:docMkLst>
        <pc:docMk/>
      </pc:docMkLst>
      <pc:sldChg chg="modSp mod">
        <pc:chgData name="Alexey Malashonak" userId="52025583bffa8bdb" providerId="LiveId" clId="{84C5660C-1E02-453B-BA8F-E3461472D08E}" dt="2026-07-10T12:46:51.671" v="26" actId="122"/>
        <pc:sldMkLst>
          <pc:docMk/>
          <pc:sldMk cId="0" sldId="299"/>
        </pc:sldMkLst>
        <pc:spChg chg="mod">
          <ac:chgData name="Alexey Malashonak" userId="52025583bffa8bdb" providerId="LiveId" clId="{84C5660C-1E02-453B-BA8F-E3461472D08E}" dt="2026-07-10T12:46:48.597" v="23" actId="122"/>
          <ac:spMkLst>
            <pc:docMk/>
            <pc:sldMk cId="0" sldId="299"/>
            <ac:spMk id="4" creationId="{00000000-0000-0000-0000-000000000000}"/>
          </ac:spMkLst>
        </pc:spChg>
        <pc:spChg chg="mod">
          <ac:chgData name="Alexey Malashonak" userId="52025583bffa8bdb" providerId="LiveId" clId="{84C5660C-1E02-453B-BA8F-E3461472D08E}" dt="2026-07-10T12:46:50.105" v="24" actId="122"/>
          <ac:spMkLst>
            <pc:docMk/>
            <pc:sldMk cId="0" sldId="299"/>
            <ac:spMk id="6" creationId="{00000000-0000-0000-0000-000000000000}"/>
          </ac:spMkLst>
        </pc:spChg>
        <pc:spChg chg="mod">
          <ac:chgData name="Alexey Malashonak" userId="52025583bffa8bdb" providerId="LiveId" clId="{84C5660C-1E02-453B-BA8F-E3461472D08E}" dt="2026-07-10T12:46:51.029" v="25" actId="122"/>
          <ac:spMkLst>
            <pc:docMk/>
            <pc:sldMk cId="0" sldId="299"/>
            <ac:spMk id="8" creationId="{00000000-0000-0000-0000-000000000000}"/>
          </ac:spMkLst>
        </pc:spChg>
        <pc:spChg chg="mod">
          <ac:chgData name="Alexey Malashonak" userId="52025583bffa8bdb" providerId="LiveId" clId="{84C5660C-1E02-453B-BA8F-E3461472D08E}" dt="2026-07-10T12:46:51.671" v="26" actId="122"/>
          <ac:spMkLst>
            <pc:docMk/>
            <pc:sldMk cId="0" sldId="299"/>
            <ac:spMk id="10" creationId="{00000000-0000-0000-0000-000000000000}"/>
          </ac:spMkLst>
        </pc:spChg>
      </pc:sldChg>
      <pc:sldChg chg="addSp delSp modSp new mod modClrScheme chgLayout modNotesTx">
        <pc:chgData name="Alexey Malashonak" userId="52025583bffa8bdb" providerId="LiveId" clId="{84C5660C-1E02-453B-BA8F-E3461472D08E}" dt="2026-07-10T12:54:15.971" v="111"/>
        <pc:sldMkLst>
          <pc:docMk/>
          <pc:sldMk cId="730449677" sldId="301"/>
        </pc:sldMkLst>
        <pc:spChg chg="mod ord">
          <ac:chgData name="Alexey Malashonak" userId="52025583bffa8bdb" providerId="LiveId" clId="{84C5660C-1E02-453B-BA8F-E3461472D08E}" dt="2026-07-10T12:48:55.881" v="60" actId="6264"/>
          <ac:spMkLst>
            <pc:docMk/>
            <pc:sldMk cId="730449677" sldId="301"/>
            <ac:spMk id="2" creationId="{A41EB5C9-A83D-CF35-0B41-14C66E66B58A}"/>
          </ac:spMkLst>
        </pc:spChg>
        <pc:spChg chg="add del mod ord">
          <ac:chgData name="Alexey Malashonak" userId="52025583bffa8bdb" providerId="LiveId" clId="{84C5660C-1E02-453B-BA8F-E3461472D08E}" dt="2026-07-10T12:47:59.749" v="36" actId="700"/>
          <ac:spMkLst>
            <pc:docMk/>
            <pc:sldMk cId="730449677" sldId="301"/>
            <ac:spMk id="3" creationId="{956E84D1-1564-42F4-3569-0E9BA35A7DEE}"/>
          </ac:spMkLst>
        </pc:spChg>
        <pc:spChg chg="add mod ord">
          <ac:chgData name="Alexey Malashonak" userId="52025583bffa8bdb" providerId="LiveId" clId="{84C5660C-1E02-453B-BA8F-E3461472D08E}" dt="2026-07-10T12:50:59.611" v="99" actId="27636"/>
          <ac:spMkLst>
            <pc:docMk/>
            <pc:sldMk cId="730449677" sldId="301"/>
            <ac:spMk id="4" creationId="{094CDAF0-1A99-262F-5FB0-DFDE74EBA0B5}"/>
          </ac:spMkLst>
        </pc:spChg>
        <pc:spChg chg="add del mod">
          <ac:chgData name="Alexey Malashonak" userId="52025583bffa8bdb" providerId="LiveId" clId="{84C5660C-1E02-453B-BA8F-E3461472D08E}" dt="2026-07-10T12:48:55.881" v="60" actId="6264"/>
          <ac:spMkLst>
            <pc:docMk/>
            <pc:sldMk cId="730449677" sldId="301"/>
            <ac:spMk id="5" creationId="{E732E0FD-D2F9-C7D8-3BFD-E4158CC5568E}"/>
          </ac:spMkLst>
        </pc:spChg>
        <pc:spChg chg="add del mod">
          <ac:chgData name="Alexey Malashonak" userId="52025583bffa8bdb" providerId="LiveId" clId="{84C5660C-1E02-453B-BA8F-E3461472D08E}" dt="2026-07-10T12:48:55.881" v="60" actId="6264"/>
          <ac:spMkLst>
            <pc:docMk/>
            <pc:sldMk cId="730449677" sldId="301"/>
            <ac:spMk id="6" creationId="{9F13B8F5-792B-E872-ADDF-2BA8AA0CCDD7}"/>
          </ac:spMkLst>
        </pc:spChg>
        <pc:spChg chg="add mod">
          <ac:chgData name="Alexey Malashonak" userId="52025583bffa8bdb" providerId="LiveId" clId="{84C5660C-1E02-453B-BA8F-E3461472D08E}" dt="2026-07-10T12:51:43.087" v="110" actId="113"/>
          <ac:spMkLst>
            <pc:docMk/>
            <pc:sldMk cId="730449677" sldId="301"/>
            <ac:spMk id="7" creationId="{24323253-08C3-996B-CE7D-5FE2DF8B1AD5}"/>
          </ac:spMkLst>
        </pc:spChg>
        <pc:spChg chg="add del">
          <ac:chgData name="Alexey Malashonak" userId="52025583bffa8bdb" providerId="LiveId" clId="{84C5660C-1E02-453B-BA8F-E3461472D08E}" dt="2026-07-10T12:49:21.162" v="67" actId="22"/>
          <ac:spMkLst>
            <pc:docMk/>
            <pc:sldMk cId="730449677" sldId="301"/>
            <ac:spMk id="9" creationId="{568B29B4-3C2D-422C-6822-BD8E4F7D8135}"/>
          </ac:spMkLst>
        </pc:spChg>
        <pc:picChg chg="add mod">
          <ac:chgData name="Alexey Malashonak" userId="52025583bffa8bdb" providerId="LiveId" clId="{84C5660C-1E02-453B-BA8F-E3461472D08E}" dt="2026-07-10T12:51:14.062" v="105" actId="1076"/>
          <ac:picMkLst>
            <pc:docMk/>
            <pc:sldMk cId="730449677" sldId="301"/>
            <ac:picMk id="11" creationId="{E05AAB0B-27A9-0644-015D-6F44103613D0}"/>
          </ac:picMkLst>
        </pc:picChg>
      </pc:sldChg>
    </pc:docChg>
  </pc:docChgLst>
  <pc:docChgLst>
    <pc:chgData name="Alexey Malashonak" userId="52025583bffa8bdb" providerId="LiveId" clId="{30D764CA-C286-4141-9E86-BB2E6EAB1262}"/>
    <pc:docChg chg="undo custSel addSld delSld modSld sldOrd">
      <pc:chgData name="Alexey Malashonak" userId="52025583bffa8bdb" providerId="LiveId" clId="{30D764CA-C286-4141-9E86-BB2E6EAB1262}" dt="2026-06-21T09:42:58.962" v="517" actId="1076"/>
      <pc:docMkLst>
        <pc:docMk/>
      </pc:docMkLst>
      <pc:sldChg chg="modSp mod">
        <pc:chgData name="Alexey Malashonak" userId="52025583bffa8bdb" providerId="LiveId" clId="{30D764CA-C286-4141-9E86-BB2E6EAB1262}" dt="2026-06-08T13:38:52.513" v="3" actId="1076"/>
        <pc:sldMkLst>
          <pc:docMk/>
          <pc:sldMk cId="3087419212" sldId="256"/>
        </pc:sldMkLst>
        <pc:spChg chg="mod">
          <ac:chgData name="Alexey Malashonak" userId="52025583bffa8bdb" providerId="LiveId" clId="{30D764CA-C286-4141-9E86-BB2E6EAB1262}" dt="2026-06-08T13:38:52.513" v="3" actId="1076"/>
          <ac:spMkLst>
            <pc:docMk/>
            <pc:sldMk cId="3087419212" sldId="256"/>
            <ac:spMk id="4" creationId="{9AB1290F-CD9E-AA45-01C4-12B2F42319C5}"/>
          </ac:spMkLst>
        </pc:spChg>
      </pc:sldChg>
      <pc:sldChg chg="modSp mod">
        <pc:chgData name="Alexey Malashonak" userId="52025583bffa8bdb" providerId="LiveId" clId="{30D764CA-C286-4141-9E86-BB2E6EAB1262}" dt="2026-06-09T14:19:45.346" v="514" actId="20577"/>
        <pc:sldMkLst>
          <pc:docMk/>
          <pc:sldMk cId="3410717024" sldId="257"/>
        </pc:sldMkLst>
        <pc:spChg chg="mod">
          <ac:chgData name="Alexey Malashonak" userId="52025583bffa8bdb" providerId="LiveId" clId="{30D764CA-C286-4141-9E86-BB2E6EAB1262}" dt="2026-06-09T14:19:45.346" v="514" actId="20577"/>
          <ac:spMkLst>
            <pc:docMk/>
            <pc:sldMk cId="3410717024" sldId="257"/>
            <ac:spMk id="3" creationId="{395D3EC4-46A1-A411-92FC-D6D6575EFB2C}"/>
          </ac:spMkLst>
        </pc:spChg>
      </pc:sldChg>
      <pc:sldChg chg="modSp add mod">
        <pc:chgData name="Alexey Malashonak" userId="52025583bffa8bdb" providerId="LiveId" clId="{30D764CA-C286-4141-9E86-BB2E6EAB1262}" dt="2026-06-21T09:42:58.962" v="517" actId="1076"/>
        <pc:sldMkLst>
          <pc:docMk/>
          <pc:sldMk cId="0" sldId="258"/>
        </pc:sldMkLst>
        <pc:picChg chg="mod">
          <ac:chgData name="Alexey Malashonak" userId="52025583bffa8bdb" providerId="LiveId" clId="{30D764CA-C286-4141-9E86-BB2E6EAB1262}" dt="2026-06-21T09:42:58.962" v="517" actId="1076"/>
          <ac:picMkLst>
            <pc:docMk/>
            <pc:sldMk cId="0" sldId="258"/>
            <ac:picMk id="3" creationId="{00000000-0000-0000-0000-000000000000}"/>
          </ac:picMkLst>
        </pc:picChg>
      </pc:sldChg>
      <pc:sldChg chg="add">
        <pc:chgData name="Alexey Malashonak" userId="52025583bffa8bdb" providerId="LiveId" clId="{30D764CA-C286-4141-9E86-BB2E6EAB1262}" dt="2026-06-21T09:42:27.302" v="515"/>
        <pc:sldMkLst>
          <pc:docMk/>
          <pc:sldMk cId="0" sldId="259"/>
        </pc:sldMkLst>
      </pc:sldChg>
      <pc:sldChg chg="addSp delSp modSp mod">
        <pc:chgData name="Alexey Malashonak" userId="52025583bffa8bdb" providerId="LiveId" clId="{30D764CA-C286-4141-9E86-BB2E6EAB1262}" dt="2026-06-08T13:52:38.665" v="286" actId="1076"/>
        <pc:sldMkLst>
          <pc:docMk/>
          <pc:sldMk cId="3410717024" sldId="285"/>
        </pc:sldMkLst>
        <pc:spChg chg="mod">
          <ac:chgData name="Alexey Malashonak" userId="52025583bffa8bdb" providerId="LiveId" clId="{30D764CA-C286-4141-9E86-BB2E6EAB1262}" dt="2026-06-08T13:51:22.789" v="263" actId="20577"/>
          <ac:spMkLst>
            <pc:docMk/>
            <pc:sldMk cId="3410717024" sldId="285"/>
            <ac:spMk id="2" creationId="{090EAC2A-5706-C65F-88DE-7DA698789FBD}"/>
          </ac:spMkLst>
        </pc:spChg>
        <pc:spChg chg="del mod">
          <ac:chgData name="Alexey Malashonak" userId="52025583bffa8bdb" providerId="LiveId" clId="{30D764CA-C286-4141-9E86-BB2E6EAB1262}" dt="2026-06-08T13:51:26.355" v="264" actId="478"/>
          <ac:spMkLst>
            <pc:docMk/>
            <pc:sldMk cId="3410717024" sldId="285"/>
            <ac:spMk id="3" creationId="{395D3EC4-46A1-A411-92FC-D6D6575EFB2C}"/>
          </ac:spMkLst>
        </pc:spChg>
        <pc:spChg chg="add del mod">
          <ac:chgData name="Alexey Malashonak" userId="52025583bffa8bdb" providerId="LiveId" clId="{30D764CA-C286-4141-9E86-BB2E6EAB1262}" dt="2026-06-08T13:51:29.827" v="266"/>
          <ac:spMkLst>
            <pc:docMk/>
            <pc:sldMk cId="3410717024" sldId="285"/>
            <ac:spMk id="8" creationId="{C657A9D5-50AC-E395-50C0-2307FDAB4D08}"/>
          </ac:spMkLst>
        </pc:spChg>
        <pc:picChg chg="add del mod">
          <ac:chgData name="Alexey Malashonak" userId="52025583bffa8bdb" providerId="LiveId" clId="{30D764CA-C286-4141-9E86-BB2E6EAB1262}" dt="2026-06-08T13:51:09.781" v="225" actId="478"/>
          <ac:picMkLst>
            <pc:docMk/>
            <pc:sldMk cId="3410717024" sldId="285"/>
            <ac:picMk id="5" creationId="{E5061E54-E89C-61E5-DFC4-5D7093DA0E13}"/>
          </ac:picMkLst>
        </pc:picChg>
        <pc:picChg chg="add del mod">
          <ac:chgData name="Alexey Malashonak" userId="52025583bffa8bdb" providerId="LiveId" clId="{30D764CA-C286-4141-9E86-BB2E6EAB1262}" dt="2026-06-08T13:51:29.303" v="265" actId="21"/>
          <ac:picMkLst>
            <pc:docMk/>
            <pc:sldMk cId="3410717024" sldId="285"/>
            <ac:picMk id="6" creationId="{5BB514F8-B97E-94B9-136B-BFB4CAFC9A8E}"/>
          </ac:picMkLst>
        </pc:picChg>
        <pc:picChg chg="add mod modCrop">
          <ac:chgData name="Alexey Malashonak" userId="52025583bffa8bdb" providerId="LiveId" clId="{30D764CA-C286-4141-9E86-BB2E6EAB1262}" dt="2026-06-08T13:52:36.486" v="285" actId="1076"/>
          <ac:picMkLst>
            <pc:docMk/>
            <pc:sldMk cId="3410717024" sldId="285"/>
            <ac:picMk id="9" creationId="{5BB514F8-B97E-94B9-136B-BFB4CAFC9A8E}"/>
          </ac:picMkLst>
        </pc:picChg>
        <pc:picChg chg="add mod modCrop">
          <ac:chgData name="Alexey Malashonak" userId="52025583bffa8bdb" providerId="LiveId" clId="{30D764CA-C286-4141-9E86-BB2E6EAB1262}" dt="2026-06-08T13:52:38.665" v="286" actId="1076"/>
          <ac:picMkLst>
            <pc:docMk/>
            <pc:sldMk cId="3410717024" sldId="285"/>
            <ac:picMk id="10" creationId="{007F835B-730E-57B2-EC0A-3172FF98220A}"/>
          </ac:picMkLst>
        </pc:picChg>
      </pc:sldChg>
      <pc:sldChg chg="modSp mod">
        <pc:chgData name="Alexey Malashonak" userId="52025583bffa8bdb" providerId="LiveId" clId="{30D764CA-C286-4141-9E86-BB2E6EAB1262}" dt="2026-06-08T13:42:31.350" v="30" actId="20577"/>
        <pc:sldMkLst>
          <pc:docMk/>
          <pc:sldMk cId="3410717024" sldId="290"/>
        </pc:sldMkLst>
        <pc:spChg chg="mod">
          <ac:chgData name="Alexey Malashonak" userId="52025583bffa8bdb" providerId="LiveId" clId="{30D764CA-C286-4141-9E86-BB2E6EAB1262}" dt="2026-06-08T13:42:31.350" v="30" actId="20577"/>
          <ac:spMkLst>
            <pc:docMk/>
            <pc:sldMk cId="3410717024" sldId="290"/>
            <ac:spMk id="3" creationId="{395D3EC4-46A1-A411-92FC-D6D6575EFB2C}"/>
          </ac:spMkLst>
        </pc:spChg>
      </pc:sldChg>
      <pc:sldChg chg="addSp delSp modSp new mod ord">
        <pc:chgData name="Alexey Malashonak" userId="52025583bffa8bdb" providerId="LiveId" clId="{30D764CA-C286-4141-9E86-BB2E6EAB1262}" dt="2026-06-08T13:45:05.860" v="84"/>
        <pc:sldMkLst>
          <pc:docMk/>
          <pc:sldMk cId="2991031542" sldId="293"/>
        </pc:sldMkLst>
        <pc:spChg chg="mod">
          <ac:chgData name="Alexey Malashonak" userId="52025583bffa8bdb" providerId="LiveId" clId="{30D764CA-C286-4141-9E86-BB2E6EAB1262}" dt="2026-06-08T13:44:11.369" v="80" actId="20577"/>
          <ac:spMkLst>
            <pc:docMk/>
            <pc:sldMk cId="2991031542" sldId="293"/>
            <ac:spMk id="2" creationId="{7B3CFB50-C52A-2F68-3EA9-17DC574DAFAA}"/>
          </ac:spMkLst>
        </pc:spChg>
        <pc:spChg chg="del">
          <ac:chgData name="Alexey Malashonak" userId="52025583bffa8bdb" providerId="LiveId" clId="{30D764CA-C286-4141-9E86-BB2E6EAB1262}" dt="2026-06-08T13:43:45.763" v="32"/>
          <ac:spMkLst>
            <pc:docMk/>
            <pc:sldMk cId="2991031542" sldId="293"/>
            <ac:spMk id="3" creationId="{FB12737C-7328-3978-9475-332E022300BC}"/>
          </ac:spMkLst>
        </pc:spChg>
        <pc:picChg chg="add mod">
          <ac:chgData name="Alexey Malashonak" userId="52025583bffa8bdb" providerId="LiveId" clId="{30D764CA-C286-4141-9E86-BB2E6EAB1262}" dt="2026-06-08T13:43:51.349" v="34" actId="1076"/>
          <ac:picMkLst>
            <pc:docMk/>
            <pc:sldMk cId="2991031542" sldId="293"/>
            <ac:picMk id="6" creationId="{694D6F6B-2753-8922-FEF4-AB41DD0A4363}"/>
          </ac:picMkLst>
        </pc:picChg>
      </pc:sldChg>
      <pc:sldChg chg="addSp delSp modSp new del mod ord">
        <pc:chgData name="Alexey Malashonak" userId="52025583bffa8bdb" providerId="LiveId" clId="{30D764CA-C286-4141-9E86-BB2E6EAB1262}" dt="2026-06-08T13:52:42.114" v="287" actId="47"/>
        <pc:sldMkLst>
          <pc:docMk/>
          <pc:sldMk cId="357042734" sldId="294"/>
        </pc:sldMkLst>
        <pc:spChg chg="mod">
          <ac:chgData name="Alexey Malashonak" userId="52025583bffa8bdb" providerId="LiveId" clId="{30D764CA-C286-4141-9E86-BB2E6EAB1262}" dt="2026-06-08T13:45:27.639" v="108" actId="20577"/>
          <ac:spMkLst>
            <pc:docMk/>
            <pc:sldMk cId="357042734" sldId="294"/>
            <ac:spMk id="2" creationId="{1A4ED264-ED06-5517-B0D5-91E9E2935490}"/>
          </ac:spMkLst>
        </pc:spChg>
        <pc:spChg chg="del">
          <ac:chgData name="Alexey Malashonak" userId="52025583bffa8bdb" providerId="LiveId" clId="{30D764CA-C286-4141-9E86-BB2E6EAB1262}" dt="2026-06-08T13:45:19.001" v="86"/>
          <ac:spMkLst>
            <pc:docMk/>
            <pc:sldMk cId="357042734" sldId="294"/>
            <ac:spMk id="3" creationId="{A727F002-8C7D-D986-B42E-93F2748ECD02}"/>
          </ac:spMkLst>
        </pc:spChg>
        <pc:spChg chg="add mod">
          <ac:chgData name="Alexey Malashonak" userId="52025583bffa8bdb" providerId="LiveId" clId="{30D764CA-C286-4141-9E86-BB2E6EAB1262}" dt="2026-06-08T13:50:08.108" v="213" actId="21"/>
          <ac:spMkLst>
            <pc:docMk/>
            <pc:sldMk cId="357042734" sldId="294"/>
            <ac:spMk id="4" creationId="{DC48C2DB-0858-603E-2993-843E795BB2AA}"/>
          </ac:spMkLst>
        </pc:spChg>
        <pc:picChg chg="add del mod">
          <ac:chgData name="Alexey Malashonak" userId="52025583bffa8bdb" providerId="LiveId" clId="{30D764CA-C286-4141-9E86-BB2E6EAB1262}" dt="2026-06-08T13:50:08.108" v="213" actId="21"/>
          <ac:picMkLst>
            <pc:docMk/>
            <pc:sldMk cId="357042734" sldId="294"/>
            <ac:picMk id="5" creationId="{E5061E54-E89C-61E5-DFC4-5D7093DA0E13}"/>
          </ac:picMkLst>
        </pc:picChg>
      </pc:sldChg>
      <pc:sldChg chg="addSp delSp modSp new mod">
        <pc:chgData name="Alexey Malashonak" userId="52025583bffa8bdb" providerId="LiveId" clId="{30D764CA-C286-4141-9E86-BB2E6EAB1262}" dt="2026-06-08T13:48:32.135" v="208" actId="20577"/>
        <pc:sldMkLst>
          <pc:docMk/>
          <pc:sldMk cId="1696332148" sldId="295"/>
        </pc:sldMkLst>
        <pc:spChg chg="mod">
          <ac:chgData name="Alexey Malashonak" userId="52025583bffa8bdb" providerId="LiveId" clId="{30D764CA-C286-4141-9E86-BB2E6EAB1262}" dt="2026-06-08T13:47:15.385" v="144" actId="20577"/>
          <ac:spMkLst>
            <pc:docMk/>
            <pc:sldMk cId="1696332148" sldId="295"/>
            <ac:spMk id="2" creationId="{882C97E8-855F-AB5B-B030-657DB168F27C}"/>
          </ac:spMkLst>
        </pc:spChg>
        <pc:spChg chg="del">
          <ac:chgData name="Alexey Malashonak" userId="52025583bffa8bdb" providerId="LiveId" clId="{30D764CA-C286-4141-9E86-BB2E6EAB1262}" dt="2026-06-08T13:47:01.955" v="112"/>
          <ac:spMkLst>
            <pc:docMk/>
            <pc:sldMk cId="1696332148" sldId="295"/>
            <ac:spMk id="3" creationId="{162F297D-209F-7266-10D8-5EDA9C1C62BC}"/>
          </ac:spMkLst>
        </pc:spChg>
        <pc:spChg chg="add">
          <ac:chgData name="Alexey Malashonak" userId="52025583bffa8bdb" providerId="LiveId" clId="{30D764CA-C286-4141-9E86-BB2E6EAB1262}" dt="2026-06-08T13:47:40.999" v="146"/>
          <ac:spMkLst>
            <pc:docMk/>
            <pc:sldMk cId="1696332148" sldId="295"/>
            <ac:spMk id="6" creationId="{0506BA6F-876B-7B55-9221-4E0F20257623}"/>
          </ac:spMkLst>
        </pc:spChg>
        <pc:spChg chg="add mod">
          <ac:chgData name="Alexey Malashonak" userId="52025583bffa8bdb" providerId="LiveId" clId="{30D764CA-C286-4141-9E86-BB2E6EAB1262}" dt="2026-06-08T13:48:32.135" v="208" actId="20577"/>
          <ac:spMkLst>
            <pc:docMk/>
            <pc:sldMk cId="1696332148" sldId="295"/>
            <ac:spMk id="8" creationId="{F55A1114-C15A-A114-C8DE-72820D9A1DC2}"/>
          </ac:spMkLst>
        </pc:spChg>
        <pc:picChg chg="add mod">
          <ac:chgData name="Alexey Malashonak" userId="52025583bffa8bdb" providerId="LiveId" clId="{30D764CA-C286-4141-9E86-BB2E6EAB1262}" dt="2026-06-08T13:48:04.167" v="155" actId="1076"/>
          <ac:picMkLst>
            <pc:docMk/>
            <pc:sldMk cId="1696332148" sldId="295"/>
            <ac:picMk id="5" creationId="{6710EA77-63D4-3C98-DE04-4E2E842F4F97}"/>
          </ac:picMkLst>
        </pc:picChg>
      </pc:sldChg>
      <pc:sldChg chg="addSp delSp modSp new mod">
        <pc:chgData name="Alexey Malashonak" userId="52025583bffa8bdb" providerId="LiveId" clId="{30D764CA-C286-4141-9E86-BB2E6EAB1262}" dt="2026-06-09T14:18:57.357" v="490" actId="14100"/>
        <pc:sldMkLst>
          <pc:docMk/>
          <pc:sldMk cId="2104700431" sldId="296"/>
        </pc:sldMkLst>
        <pc:spChg chg="mod">
          <ac:chgData name="Alexey Malashonak" userId="52025583bffa8bdb" providerId="LiveId" clId="{30D764CA-C286-4141-9E86-BB2E6EAB1262}" dt="2026-06-08T14:33:28.516" v="320" actId="20577"/>
          <ac:spMkLst>
            <pc:docMk/>
            <pc:sldMk cId="2104700431" sldId="296"/>
            <ac:spMk id="2" creationId="{F8602237-DAD9-E594-3E62-B1A9ABD4ABEE}"/>
          </ac:spMkLst>
        </pc:spChg>
        <pc:spChg chg="del mod">
          <ac:chgData name="Alexey Malashonak" userId="52025583bffa8bdb" providerId="LiveId" clId="{30D764CA-C286-4141-9E86-BB2E6EAB1262}" dt="2026-06-08T14:40:44.776" v="457" actId="478"/>
          <ac:spMkLst>
            <pc:docMk/>
            <pc:sldMk cId="2104700431" sldId="296"/>
            <ac:spMk id="3" creationId="{928A2D6F-88D3-E382-6E8A-C8740C197777}"/>
          </ac:spMkLst>
        </pc:spChg>
        <pc:spChg chg="add mod">
          <ac:chgData name="Alexey Malashonak" userId="52025583bffa8bdb" providerId="LiveId" clId="{30D764CA-C286-4141-9E86-BB2E6EAB1262}" dt="2026-06-08T14:40:09.479" v="447"/>
          <ac:spMkLst>
            <pc:docMk/>
            <pc:sldMk cId="2104700431" sldId="296"/>
            <ac:spMk id="9" creationId="{D3298BAB-5072-DD12-CE47-603325557C84}"/>
          </ac:spMkLst>
        </pc:spChg>
        <pc:spChg chg="add mod">
          <ac:chgData name="Alexey Malashonak" userId="52025583bffa8bdb" providerId="LiveId" clId="{30D764CA-C286-4141-9E86-BB2E6EAB1262}" dt="2026-06-08T14:40:25.736" v="451" actId="1076"/>
          <ac:spMkLst>
            <pc:docMk/>
            <pc:sldMk cId="2104700431" sldId="296"/>
            <ac:spMk id="11" creationId="{47347709-57F4-F9A8-4B6E-719EACD7653D}"/>
          </ac:spMkLst>
        </pc:spChg>
        <pc:spChg chg="add">
          <ac:chgData name="Alexey Malashonak" userId="52025583bffa8bdb" providerId="LiveId" clId="{30D764CA-C286-4141-9E86-BB2E6EAB1262}" dt="2026-06-08T14:40:36.635" v="453"/>
          <ac:spMkLst>
            <pc:docMk/>
            <pc:sldMk cId="2104700431" sldId="296"/>
            <ac:spMk id="12" creationId="{3DA95BE9-A697-DDD2-24AC-EB4C1371A8A6}"/>
          </ac:spMkLst>
        </pc:spChg>
        <pc:spChg chg="add">
          <ac:chgData name="Alexey Malashonak" userId="52025583bffa8bdb" providerId="LiveId" clId="{30D764CA-C286-4141-9E86-BB2E6EAB1262}" dt="2026-06-08T14:40:38.605" v="454"/>
          <ac:spMkLst>
            <pc:docMk/>
            <pc:sldMk cId="2104700431" sldId="296"/>
            <ac:spMk id="13" creationId="{8907E41A-17AF-844D-F51D-9F43A8342B59}"/>
          </ac:spMkLst>
        </pc:spChg>
        <pc:spChg chg="add del mod">
          <ac:chgData name="Alexey Malashonak" userId="52025583bffa8bdb" providerId="LiveId" clId="{30D764CA-C286-4141-9E86-BB2E6EAB1262}" dt="2026-06-09T14:18:57.357" v="490" actId="14100"/>
          <ac:spMkLst>
            <pc:docMk/>
            <pc:sldMk cId="2104700431" sldId="296"/>
            <ac:spMk id="15" creationId="{552525F8-591B-66AD-67B6-053DD8C68BC1}"/>
          </ac:spMkLst>
        </pc:spChg>
        <pc:spChg chg="add mod">
          <ac:chgData name="Alexey Malashonak" userId="52025583bffa8bdb" providerId="LiveId" clId="{30D764CA-C286-4141-9E86-BB2E6EAB1262}" dt="2026-06-08T14:40:50.687" v="459"/>
          <ac:spMkLst>
            <pc:docMk/>
            <pc:sldMk cId="2104700431" sldId="296"/>
            <ac:spMk id="16" creationId="{746712F6-C255-E5DA-312C-7867F71EBCF6}"/>
          </ac:spMkLst>
        </pc:spChg>
        <pc:picChg chg="add mod">
          <ac:chgData name="Alexey Malashonak" userId="52025583bffa8bdb" providerId="LiveId" clId="{30D764CA-C286-4141-9E86-BB2E6EAB1262}" dt="2026-06-08T14:38:18.615" v="437" actId="1076"/>
          <ac:picMkLst>
            <pc:docMk/>
            <pc:sldMk cId="2104700431" sldId="296"/>
            <ac:picMk id="5" creationId="{07CB72D1-766D-26AB-7AEC-3BE0121416C5}"/>
          </ac:picMkLst>
        </pc:picChg>
        <pc:picChg chg="add mod">
          <ac:chgData name="Alexey Malashonak" userId="52025583bffa8bdb" providerId="LiveId" clId="{30D764CA-C286-4141-9E86-BB2E6EAB1262}" dt="2026-06-08T14:39:58.895" v="444" actId="1076"/>
          <ac:picMkLst>
            <pc:docMk/>
            <pc:sldMk cId="2104700431" sldId="296"/>
            <ac:picMk id="7" creationId="{EC875994-5B4D-6920-B980-FD390EC8D983}"/>
          </ac:picMkLst>
        </pc:picChg>
      </pc:sldChg>
      <pc:sldChg chg="addSp delSp modSp new mod">
        <pc:chgData name="Alexey Malashonak" userId="52025583bffa8bdb" providerId="LiveId" clId="{30D764CA-C286-4141-9E86-BB2E6EAB1262}" dt="2026-06-08T14:34:10.381" v="376" actId="27636"/>
        <pc:sldMkLst>
          <pc:docMk/>
          <pc:sldMk cId="204907885" sldId="297"/>
        </pc:sldMkLst>
        <pc:spChg chg="mod">
          <ac:chgData name="Alexey Malashonak" userId="52025583bffa8bdb" providerId="LiveId" clId="{30D764CA-C286-4141-9E86-BB2E6EAB1262}" dt="2026-06-08T14:34:10.381" v="376" actId="27636"/>
          <ac:spMkLst>
            <pc:docMk/>
            <pc:sldMk cId="204907885" sldId="297"/>
            <ac:spMk id="2" creationId="{70913560-5D50-E845-AFB4-EB74F0894A87}"/>
          </ac:spMkLst>
        </pc:spChg>
        <pc:spChg chg="del">
          <ac:chgData name="Alexey Malashonak" userId="52025583bffa8bdb" providerId="LiveId" clId="{30D764CA-C286-4141-9E86-BB2E6EAB1262}" dt="2026-06-08T14:33:43.796" v="335"/>
          <ac:spMkLst>
            <pc:docMk/>
            <pc:sldMk cId="204907885" sldId="297"/>
            <ac:spMk id="3" creationId="{0496FB8D-2A33-29F9-CF8F-6259F980E95A}"/>
          </ac:spMkLst>
        </pc:spChg>
        <pc:picChg chg="add mod">
          <ac:chgData name="Alexey Malashonak" userId="52025583bffa8bdb" providerId="LiveId" clId="{30D764CA-C286-4141-9E86-BB2E6EAB1262}" dt="2026-06-08T14:33:43.796" v="335"/>
          <ac:picMkLst>
            <pc:docMk/>
            <pc:sldMk cId="204907885" sldId="297"/>
            <ac:picMk id="5" creationId="{EFF5F893-43B3-F943-F44E-0365E1D40E38}"/>
          </ac:picMkLst>
        </pc:picChg>
      </pc:sldChg>
      <pc:sldChg chg="addSp delSp modSp new mod">
        <pc:chgData name="Alexey Malashonak" userId="52025583bffa8bdb" providerId="LiveId" clId="{30D764CA-C286-4141-9E86-BB2E6EAB1262}" dt="2026-06-08T14:35:13.918" v="430"/>
        <pc:sldMkLst>
          <pc:docMk/>
          <pc:sldMk cId="145048705" sldId="298"/>
        </pc:sldMkLst>
        <pc:spChg chg="mod">
          <ac:chgData name="Alexey Malashonak" userId="52025583bffa8bdb" providerId="LiveId" clId="{30D764CA-C286-4141-9E86-BB2E6EAB1262}" dt="2026-06-08T14:34:50.138" v="423" actId="20577"/>
          <ac:spMkLst>
            <pc:docMk/>
            <pc:sldMk cId="145048705" sldId="298"/>
            <ac:spMk id="2" creationId="{A3074B05-256B-C455-1B9C-2B6D09A24EE1}"/>
          </ac:spMkLst>
        </pc:spChg>
        <pc:spChg chg="del">
          <ac:chgData name="Alexey Malashonak" userId="52025583bffa8bdb" providerId="LiveId" clId="{30D764CA-C286-4141-9E86-BB2E6EAB1262}" dt="2026-06-08T14:34:54.095" v="424"/>
          <ac:spMkLst>
            <pc:docMk/>
            <pc:sldMk cId="145048705" sldId="298"/>
            <ac:spMk id="3" creationId="{7B5AF532-FD29-3849-880E-ADBC5B4B7AA1}"/>
          </ac:spMkLst>
        </pc:spChg>
        <pc:spChg chg="add del mod">
          <ac:chgData name="Alexey Malashonak" userId="52025583bffa8bdb" providerId="LiveId" clId="{30D764CA-C286-4141-9E86-BB2E6EAB1262}" dt="2026-06-08T14:35:13.918" v="430"/>
          <ac:spMkLst>
            <pc:docMk/>
            <pc:sldMk cId="145048705" sldId="298"/>
            <ac:spMk id="9" creationId="{5199FD7E-4EEF-D86C-C795-45388E17AFD8}"/>
          </ac:spMkLst>
        </pc:spChg>
        <pc:picChg chg="add del mod">
          <ac:chgData name="Alexey Malashonak" userId="52025583bffa8bdb" providerId="LiveId" clId="{30D764CA-C286-4141-9E86-BB2E6EAB1262}" dt="2026-06-08T14:35:09.999" v="428" actId="478"/>
          <ac:picMkLst>
            <pc:docMk/>
            <pc:sldMk cId="145048705" sldId="298"/>
            <ac:picMk id="5" creationId="{28DDE86F-3647-3013-8D24-145E8CDD501E}"/>
          </ac:picMkLst>
        </pc:picChg>
        <pc:picChg chg="add del mod">
          <ac:chgData name="Alexey Malashonak" userId="52025583bffa8bdb" providerId="LiveId" clId="{30D764CA-C286-4141-9E86-BB2E6EAB1262}" dt="2026-06-08T14:35:13.263" v="429" actId="21"/>
          <ac:picMkLst>
            <pc:docMk/>
            <pc:sldMk cId="145048705" sldId="298"/>
            <ac:picMk id="7" creationId="{7895798D-59C9-8DBD-E082-9F52C81C1932}"/>
          </ac:picMkLst>
        </pc:picChg>
        <pc:picChg chg="add mod">
          <ac:chgData name="Alexey Malashonak" userId="52025583bffa8bdb" providerId="LiveId" clId="{30D764CA-C286-4141-9E86-BB2E6EAB1262}" dt="2026-06-08T14:35:13.918" v="430"/>
          <ac:picMkLst>
            <pc:docMk/>
            <pc:sldMk cId="145048705" sldId="298"/>
            <ac:picMk id="10" creationId="{7895798D-59C9-8DBD-E082-9F52C81C1932}"/>
          </ac:picMkLst>
        </pc:picChg>
      </pc:sldChg>
      <pc:sldChg chg="modSp add mod">
        <pc:chgData name="Alexey Malashonak" userId="52025583bffa8bdb" providerId="LiveId" clId="{30D764CA-C286-4141-9E86-BB2E6EAB1262}" dt="2026-06-21T09:42:44.772" v="516" actId="20577"/>
        <pc:sldMkLst>
          <pc:docMk/>
          <pc:sldMk cId="0" sldId="299"/>
        </pc:sldMkLst>
        <pc:spChg chg="mod">
          <ac:chgData name="Alexey Malashonak" userId="52025583bffa8bdb" providerId="LiveId" clId="{30D764CA-C286-4141-9E86-BB2E6EAB1262}" dt="2026-06-21T09:42:44.772" v="516" actId="20577"/>
          <ac:spMkLst>
            <pc:docMk/>
            <pc:sldMk cId="0" sldId="299"/>
            <ac:spMk id="10" creationId="{00000000-0000-0000-0000-000000000000}"/>
          </ac:spMkLst>
        </pc:spChg>
      </pc:sldChg>
      <pc:sldChg chg="add">
        <pc:chgData name="Alexey Malashonak" userId="52025583bffa8bdb" providerId="LiveId" clId="{30D764CA-C286-4141-9E86-BB2E6EAB1262}" dt="2026-06-21T09:42:27.302" v="515"/>
        <pc:sldMkLst>
          <pc:docMk/>
          <pc:sldMk cId="0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7C5DD-31E8-425B-8277-3B63D7A4890D}" type="datetimeFigureOut">
              <a:rPr lang="LID4096" smtClean="0"/>
              <a:t>07/10/2026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5201B-FE87-4C81-8881-6AFECB6428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675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paradigm answers the research questions by construction. Positivist means I only use measurable data; deductive and theory-testing mean I derived hypotheses from behavioral finance theory before collecting data; falsification means each question was converted into a null hypothesis a statistical test could reject. </a:t>
            </a:r>
            <a:r>
              <a:rPr lang="en-US"/>
              <a:t>Both questions were fully answered: shock intensity significantly predicts risk stance — the null was rejected — and the dashboard showed no detectable effect on behavior or outcomes, which under this paradigm is an equally valid, informative answer.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5201B-FE87-4C81-8881-6AFECB6428E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475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ED5B-DC95-C144-90C3-B9C9F782D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CB6BF9-CDFA-1F4D-9989-43B0D34BE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D3EFD4-1002-C14A-B447-1E7D184D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AAA0F2-65DB-D64C-BF63-E0D527F5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842287-9A42-FD4D-A73C-616C6DAD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1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1A940-1576-074F-9146-9CC26372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B55309-4D5A-384E-92D9-13F92308D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54EC6E-EF6A-FF42-9E41-C87DEB27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468EB-680E-A240-A430-A8F47B4B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F26E80-1F48-E942-8703-A781C4B0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1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88DE7-AEEB-4D4D-9AB8-CAB94E9E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0CB32-9870-B341-8CA1-DDB33A8A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D10CF-AB6E-EC48-BFBF-7020CC64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0083B-4CF6-3E4D-AC40-44F40B1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276236-2A73-ED47-B09D-806F9ADB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11B0E6-A6FF-1A4F-BAC9-960E0739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ACDF13-3FF5-0946-A2AC-3A2700418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5B3338-8F78-784F-80DF-19A43BB9A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CFAEC2-5AD3-6B4B-9288-D9CD1AE9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F289D6-FC47-B746-86BA-DA3CEAB7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4DF95D-6528-1543-9DE1-02012767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830C8-1189-1D4B-95FB-9A22EEB6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C13F1B-80DF-A24C-8937-552AC40AB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E30EDD-B923-CE44-B11D-3364CB22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745F96-FB30-3F45-9B04-68A0E7005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16231-5174-A94F-9A84-EE48A445E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190CE5-FBA6-F741-AA4A-0FA17F74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055910-7B4D-C841-BD8B-11A694CF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E206C6-3251-914D-9C18-A2E45588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5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9C6E4-F42B-4042-BCE2-43B263D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68EB76-8CB3-CA49-9A0C-BD2E5A71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F3550C-61C4-4448-9A0A-E3AC35B3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2F0D9D-F0E0-0D49-AF55-5D37692F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1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345394-2B79-7942-957A-037EA6AA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0419C2-24AE-ED46-AABA-59795C1B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72E1AF-EB5D-C14C-89CF-BB2E04D5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5AEB2-7C8D-2144-BC19-59AFC20A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2B430D-C9B9-EB4B-9C36-628D33D82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3C8092-E3A2-104A-8245-DCCB9EEB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55952C-CD0A-1941-BB7A-E30CB036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3122AC-E228-6B46-A073-84290E91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2005EC-3449-FA4C-B21C-B3B97F19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9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A88B7-8BAD-6F40-94B6-8A6DCB92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250EC31-1005-094B-8A48-95A8324F5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63F86A-380E-FA44-A14A-5711D9C9E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75C5EC-9C35-BD43-B98D-05D47EF1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19BF8D-724C-AC47-BEBD-1A7EA623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68C12C-B1B5-FA48-87CC-95581093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67D80-E3FF-3D4D-9E89-4C382977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3760C2-52BB-7D41-910C-928881663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022048-062F-0047-A1A6-36FB2295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8B1B04-5C52-054F-8907-D641EA96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AB448A-A611-CC44-A6C3-CB16EEFC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10523F-CEFC-2E4C-9B96-38A18877A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A91087-65F2-7F4B-AFDE-4EAA6E59B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1EEDD7-30AB-D746-BFB2-74313E47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75487-ACA7-E342-93BC-F66152B1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B3303-F116-8143-A0B1-8A5D1B57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9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6517AB-1036-0F48-89CC-2D71EF95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84404B-1599-CF42-BF20-9BFC2BBC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4887"/>
            <a:ext cx="10515600" cy="489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44DFB2-D2C7-C74F-94DB-3DEAF2F63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825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04998-35F7-CD4D-ACDB-621DC46062D1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2B2A8-D546-8E48-9618-9C1617ADD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62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1804E2-835D-4D4E-BC60-62E3C7559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5760" y="6356350"/>
            <a:ext cx="828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24231-C6FE-5345-8717-518EE9E9663D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498" y="440972"/>
            <a:ext cx="2088379" cy="5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3AAD0-4F22-964B-836B-9424F41DB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Reducing Emotional Biases in Investment Portfolio Management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CDBF74-10F9-7C4F-AE8C-9C492CBC5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Thesis Defense Presentation</a:t>
            </a:r>
          </a:p>
          <a:p>
            <a:r>
              <a:rPr lang="en-US" dirty="0"/>
              <a:t>Executive Master of Business Administration – SBS Swiss Business School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B1290F-CD9E-AA45-01C4-12B2F42319C5}"/>
              </a:ext>
            </a:extLst>
          </p:cNvPr>
          <p:cNvSpPr txBox="1"/>
          <p:nvPr/>
        </p:nvSpPr>
        <p:spPr>
          <a:xfrm>
            <a:off x="6990735" y="4958175"/>
            <a:ext cx="4611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Aliaksei Malashonak</a:t>
            </a:r>
          </a:p>
          <a:p>
            <a:r>
              <a:rPr lang="en-US" sz="2000" dirty="0"/>
              <a:t>Student ID 19795, Matriculation 24891798</a:t>
            </a:r>
          </a:p>
          <a:p>
            <a:r>
              <a:rPr lang="en-US" sz="2000" dirty="0"/>
              <a:t>Mentor: Dr. Stefano Canossa</a:t>
            </a:r>
          </a:p>
          <a:p>
            <a:r>
              <a:rPr lang="en-US" sz="2000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08741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Topic and 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study evaluates whether a structured decision-support indicator, the Shock Score, can reduce emotional biases in equity portfolio management.</a:t>
            </a:r>
          </a:p>
          <a:p>
            <a:r>
              <a:rPr lang="en-US" dirty="0"/>
              <a:t>Behavioral finance: there are systematic, emotionally driven decision errors during external information shocks.</a:t>
            </a:r>
          </a:p>
          <a:p>
            <a:r>
              <a:rPr lang="en-US" dirty="0"/>
              <a:t>Existing decision-support systems: analytics rather than ex-ante bias mitigation </a:t>
            </a:r>
          </a:p>
          <a:p>
            <a:r>
              <a:rPr lang="en-US" dirty="0"/>
              <a:t>The topic is grounded in professional risk-management practice, where this gap is persistently observed.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97E8-855F-AB5B-B030-657DB168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Informational Shock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0EA77-63D4-3C98-DE04-4E2E842F4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859" y="1069975"/>
            <a:ext cx="8998695" cy="437517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5A1114-C15A-A114-C8DE-72820D9A1DC2}"/>
              </a:ext>
            </a:extLst>
          </p:cNvPr>
          <p:cNvSpPr txBox="1"/>
          <p:nvPr/>
        </p:nvSpPr>
        <p:spPr>
          <a:xfrm>
            <a:off x="857250" y="5619481"/>
            <a:ext cx="9205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Intraday Price Movement of Meta Platforms Inc. on 2 February 2026 Following the Release of Quarterly Earnings Results followed by announcement about Capex increase, Illustrating a Short-Horizon Market Reaction to an External Information Shock.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9633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Research Question and Hypotheses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Research question: can a structured decision-support indicator moderate behavioral bias in professional equity portfolio management?</a:t>
            </a:r>
          </a:p>
          <a:p>
            <a:r>
              <a:rPr lang="en-US" dirty="0"/>
              <a:t>H1: Shock Score intensity has a statistically significant effect on managers' Net Risk Stance.</a:t>
            </a:r>
          </a:p>
          <a:p>
            <a:r>
              <a:rPr lang="en-US" dirty="0"/>
              <a:t>H2: Exposure to the Shock Score dashboard has a statistically significant effect on portfolio risk – return outcomes.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Method and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Within-subject quasi-experimental scenario survey of professional equity portfolio managers.</a:t>
            </a:r>
          </a:p>
          <a:p>
            <a:r>
              <a:rPr lang="en-US" dirty="0"/>
              <a:t>24 real-market scenarios across three blocks; the treatment condition displays the Shock Score dashboard.</a:t>
            </a:r>
          </a:p>
          <a:p>
            <a:r>
              <a:rPr lang="en-US" dirty="0"/>
              <a:t>Sample of 53 respondents yielding 424 scenario-level observations.</a:t>
            </a:r>
          </a:p>
          <a:p>
            <a:r>
              <a:rPr lang="en-US" dirty="0"/>
              <a:t>Primary estimator: two-way cluster-robust OLS regression with respondent fixed effects.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FB50-C52A-2F68-3EA9-17DC574D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Framework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4D6F6B-2753-8922-FEF4-AB41DD0A4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4119" y="1433981"/>
            <a:ext cx="7486255" cy="5058894"/>
          </a:xfrm>
        </p:spPr>
      </p:pic>
    </p:spTree>
    <p:extLst>
      <p:ext uri="{BB962C8B-B14F-4D97-AF65-F5344CB8AC3E}">
        <p14:creationId xmlns:p14="http://schemas.microsoft.com/office/powerpoint/2010/main" val="299103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Scenario and Shock Dashboard 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B514F8-B97E-94B9-136B-BFB4CAFC9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088" b="46808"/>
          <a:stretch/>
        </p:blipFill>
        <p:spPr>
          <a:xfrm>
            <a:off x="1383931" y="1508438"/>
            <a:ext cx="3983407" cy="40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007F835B-730E-57B2-EC0A-3172FF98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06" r="1076" b="13557"/>
          <a:stretch/>
        </p:blipFill>
        <p:spPr>
          <a:xfrm>
            <a:off x="6824664" y="1508438"/>
            <a:ext cx="3940545" cy="2411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Finding 1: H1 Supported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null hypothesis H1 is rejected at the 5 percent significance level.</a:t>
            </a:r>
          </a:p>
          <a:p>
            <a:r>
              <a:rPr lang="en-US" b="1" dirty="0"/>
              <a:t>Shock Score coefficient = -0.4874 (p = 0.0015), a statistically significant negative effect.</a:t>
            </a:r>
          </a:p>
          <a:p>
            <a:r>
              <a:rPr lang="en-US" dirty="0"/>
              <a:t>Higher shock intensity is systematically associated with a risk-reducing shift in Net Risk Stance.</a:t>
            </a:r>
          </a:p>
          <a:p>
            <a:r>
              <a:rPr lang="en-US" dirty="0"/>
              <a:t>The result is consistent with behavioral finance theory.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Finding 2: H2 Not Supported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null hypothesis H2 is not rejected in the current sample.</a:t>
            </a:r>
          </a:p>
          <a:p>
            <a:r>
              <a:rPr lang="en-US" b="1" dirty="0"/>
              <a:t>Dashboard treatment effect = -0.1584 (p = 0.7428), not statistically significant.</a:t>
            </a:r>
          </a:p>
          <a:p>
            <a:r>
              <a:rPr lang="en-US" dirty="0"/>
              <a:t>The estimate is directionally consistent with the hypothesized moderation mechanism.</a:t>
            </a:r>
          </a:p>
          <a:p>
            <a:r>
              <a:rPr lang="en-US" dirty="0"/>
              <a:t>The non-significant result is attributed primarily to limited statistical power, not to an absence of effect.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Conclusions and 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External information shocks are associated with measurable, systematic changes in professional managers' risk stance.</a:t>
            </a:r>
          </a:p>
          <a:p>
            <a:r>
              <a:rPr lang="en-US" dirty="0"/>
              <a:t>The Shock Score demonstrates construct validity and directional alignment with the hypothesized mechanism.</a:t>
            </a:r>
          </a:p>
          <a:p>
            <a:r>
              <a:rPr lang="en-US" dirty="0"/>
              <a:t>Replication on a larger sample is recommended to evaluate H2 with adequate statistical power.</a:t>
            </a:r>
          </a:p>
          <a:p>
            <a:r>
              <a:rPr lang="en-US" dirty="0"/>
              <a:t>Behavioral indicators can support risk-governance frameworks and structured pre-commitment protocols.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Ethical Implications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Decision-support indicators should augment, not replace, professional judgment and accountability.</a:t>
            </a:r>
          </a:p>
          <a:p>
            <a:r>
              <a:rPr lang="en-US" dirty="0"/>
              <a:t>Over-reliance on a single composite score risks automation bias and a false sense of precision.</a:t>
            </a:r>
          </a:p>
          <a:p>
            <a:r>
              <a:rPr lang="en-US" dirty="0"/>
              <a:t>Transparency and interpretability of the indicator are prerequisites for responsible deployment.</a:t>
            </a:r>
          </a:p>
          <a:p>
            <a:r>
              <a:rPr lang="en-US" dirty="0"/>
              <a:t>Behavioral monitoring must respect the professional autonomy and discretion of portfolio managers.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Personal Lessons Learned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A rigorous, pre-specified design protects the credibility of findings more than any single result.</a:t>
            </a:r>
          </a:p>
          <a:p>
            <a:r>
              <a:rPr lang="en-US" dirty="0"/>
              <a:t>A non-significant result is a legitimate and informative scientific contribution.</a:t>
            </a:r>
          </a:p>
          <a:p>
            <a:r>
              <a:rPr lang="en-US" dirty="0"/>
              <a:t>Statistical power must be planned at the design stage, not diagnosed afterwards.</a:t>
            </a:r>
          </a:p>
          <a:p>
            <a:r>
              <a:rPr lang="en-US" dirty="0"/>
              <a:t>Translating behavioral theory into a practitioner tool requires disciplined simplification.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pPr marL="457200" indent="-457200">
              <a:buNone/>
            </a:pPr>
            <a:r>
              <a:rPr lang="en-US" dirty="0"/>
              <a:t>Yang, Y., UY, M. C. S., &amp; Huang, A. (2020). </a:t>
            </a:r>
            <a:r>
              <a:rPr lang="en-US" i="1" dirty="0"/>
              <a:t>FinBERT: A pretrained language model for financial communications</a:t>
            </a:r>
            <a:r>
              <a:rPr lang="en-US" dirty="0"/>
              <a:t> [Preprint]. arXiv. https://doi.org/10.48550/arXiv.2006.08097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Aliaksei Malashonak – Executive Master of Business Administration.</a:t>
            </a:r>
          </a:p>
          <a:p>
            <a:r>
              <a:rPr lang="en-US" dirty="0"/>
              <a:t>SBS Swiss Business School.</a:t>
            </a:r>
          </a:p>
          <a:p>
            <a:r>
              <a:rPr lang="en-US" dirty="0"/>
              <a:t>Questions and discussion are welcome.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2237-DAD9-E594-3E62-B1A9ABD4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 1 – Normality of Key Responses and </a:t>
            </a:r>
            <a:br>
              <a:rPr lang="en-US" dirty="0"/>
            </a:br>
            <a:r>
              <a:rPr lang="en-US" dirty="0"/>
              <a:t>Method Justification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B72D1-766D-26AB-7AEC-3BE01214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1309301"/>
            <a:ext cx="3813223" cy="236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75994-5B4D-6920-B980-FD390EC8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251" y="4198298"/>
            <a:ext cx="6169419" cy="2527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298BAB-5072-DD12-CE47-603325557C84}"/>
              </a:ext>
            </a:extLst>
          </p:cNvPr>
          <p:cNvSpPr txBox="1"/>
          <p:nvPr/>
        </p:nvSpPr>
        <p:spPr>
          <a:xfrm>
            <a:off x="9372600" y="1424609"/>
            <a:ext cx="2562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Net Risk Stance (NRS), n = 424. Skewness = −0.1846; excess kurtosis = −0.2561; Shapiro-Wilk W = 0.9455, p &lt; 0.0001. Approximately symmetric and unimodal; all seven categories materially populated.</a:t>
            </a:r>
            <a:endParaRPr lang="LID4096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47709-57F4-F9A8-4B6E-719EACD7653D}"/>
              </a:ext>
            </a:extLst>
          </p:cNvPr>
          <p:cNvSpPr txBox="1"/>
          <p:nvPr/>
        </p:nvSpPr>
        <p:spPr>
          <a:xfrm>
            <a:off x="9493869" y="3492941"/>
            <a:ext cx="26753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Primary H1 residuals, n = 424. Skewness = 0.0205; excess kurtosis = 0.5096; Shapiro-Wilk W = 0.9849, p = 0.0002. Approximately symmetric and </a:t>
            </a:r>
            <a:r>
              <a:rPr lang="en-US" sz="800" dirty="0" err="1"/>
              <a:t>centred</a:t>
            </a:r>
            <a:r>
              <a:rPr lang="en-US" sz="800" dirty="0"/>
              <a:t> on zero; Q-Q plot tracks the reference line with mild tail deviation.</a:t>
            </a:r>
            <a:endParaRPr lang="LID4096" sz="8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52525F8-591B-66AD-67B6-053DD8C6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4948238" cy="48386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Net Risk Stance is a seven-point ordinal scale -- cannot follow an exact normal distribution by construction</a:t>
            </a:r>
          </a:p>
          <a:p>
            <a:r>
              <a:rPr lang="en-US" dirty="0"/>
              <a:t>The response is approximately symmetric with all seven categories well populated, and skewness and excess kurtosis are low.</a:t>
            </a:r>
          </a:p>
          <a:p>
            <a:r>
              <a:rPr lang="en-US" dirty="0"/>
              <a:t>OLS requires approximately normal errors, not a normal dependent variable; the residuals are near-symmetric and close to normal (W = 0.9849), and with 424 observations the central limit theorem applies.</a:t>
            </a:r>
          </a:p>
          <a:p>
            <a:r>
              <a:rPr lang="en-US" dirty="0"/>
              <a:t>Shapiro-Wilk rejects strict normality for both series; at n = 424 the test detects trivial departures, so the high W values and small skewness and kurtosis are the more informative evidence. </a:t>
            </a:r>
            <a:r>
              <a:rPr lang="en-US" b="1" dirty="0"/>
              <a:t>The H1 conclusion does not depend on a normality assumption.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104700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3560-5D50-E845-AFB4-EB74F089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34388" cy="823595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 2 – Does shock score predict return?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5F893-43B3-F943-F44E-0365E1D40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131" y="1284288"/>
            <a:ext cx="7877737" cy="4892675"/>
          </a:xfrm>
        </p:spPr>
      </p:pic>
    </p:spTree>
    <p:extLst>
      <p:ext uri="{BB962C8B-B14F-4D97-AF65-F5344CB8AC3E}">
        <p14:creationId xmlns:p14="http://schemas.microsoft.com/office/powerpoint/2010/main" val="204907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4B05-256B-C455-1B9C-2B6D09A2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3 – Shock Score decomposition.</a:t>
            </a:r>
            <a:endParaRPr lang="LID4096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895798D-59C9-8DBD-E082-9F52C81C1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734" y="1284288"/>
            <a:ext cx="8998531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4 – Building the Shock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81328"/>
            <a:ext cx="26700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527048"/>
            <a:ext cx="2578608" cy="1138773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300" b="1" i="0" dirty="0">
                <a:solidFill>
                  <a:srgbClr val="44546A"/>
                </a:solidFill>
                <a:latin typeface="Calibri"/>
              </a:rPr>
              <a:t>Article Count</a:t>
            </a:r>
            <a:endParaRPr lang="en-US" sz="1300" b="1" i="0" dirty="0">
              <a:solidFill>
                <a:srgbClr val="44546A"/>
              </a:solidFill>
              <a:latin typeface="Calibri"/>
            </a:endParaRPr>
          </a:p>
          <a:p>
            <a:pPr algn="l"/>
            <a:endParaRPr sz="1300" b="1" i="0" dirty="0">
              <a:solidFill>
                <a:srgbClr val="44546A"/>
              </a:solidFill>
              <a:latin typeface="Calibri"/>
            </a:endParaRPr>
          </a:p>
          <a:p>
            <a:pPr algn="ctr"/>
            <a:r>
              <a:rPr sz="1100" b="1" i="1" dirty="0" err="1">
                <a:solidFill>
                  <a:srgbClr val="4472C4"/>
                </a:solidFill>
                <a:latin typeface="Calibri"/>
              </a:rPr>
              <a:t>AC_e</a:t>
            </a:r>
            <a:endParaRPr lang="en-US"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endParaRPr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44546A"/>
                </a:solidFill>
                <a:latin typeface="Calibri"/>
              </a:rPr>
              <a:t>Number of news headlines in the shock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481328"/>
            <a:ext cx="26700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47288" y="1527048"/>
            <a:ext cx="2578608" cy="1138773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300" b="1" i="0" dirty="0">
                <a:solidFill>
                  <a:srgbClr val="44546A"/>
                </a:solidFill>
                <a:latin typeface="Calibri"/>
              </a:rPr>
              <a:t>Sentiment Extremity</a:t>
            </a:r>
            <a:endParaRPr lang="en-US" sz="1300" b="1" i="0" dirty="0">
              <a:solidFill>
                <a:srgbClr val="44546A"/>
              </a:solidFill>
              <a:latin typeface="Calibri"/>
            </a:endParaRPr>
          </a:p>
          <a:p>
            <a:pPr algn="l"/>
            <a:endParaRPr sz="1300" b="1" i="0" dirty="0">
              <a:solidFill>
                <a:srgbClr val="44546A"/>
              </a:solidFill>
              <a:latin typeface="Calibri"/>
            </a:endParaRPr>
          </a:p>
          <a:p>
            <a:pPr algn="ctr"/>
            <a:r>
              <a:rPr sz="1100" b="1" i="1" dirty="0" err="1">
                <a:solidFill>
                  <a:srgbClr val="4472C4"/>
                </a:solidFill>
                <a:latin typeface="Calibri"/>
              </a:rPr>
              <a:t>SE_e</a:t>
            </a:r>
            <a:endParaRPr lang="en-US"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endParaRPr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44546A"/>
                </a:solidFill>
                <a:latin typeface="Calibri"/>
              </a:rPr>
              <a:t>Largest absolute FinBERT sentiment in the 30-min shock 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81328"/>
            <a:ext cx="26700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1928" y="1527048"/>
            <a:ext cx="2578608" cy="1138773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300" b="1" i="0" dirty="0">
                <a:solidFill>
                  <a:srgbClr val="44546A"/>
                </a:solidFill>
                <a:latin typeface="Calibri"/>
              </a:rPr>
              <a:t>Attention Intensity</a:t>
            </a:r>
            <a:endParaRPr lang="en-US" sz="1300" b="1" i="0" dirty="0">
              <a:solidFill>
                <a:srgbClr val="44546A"/>
              </a:solidFill>
              <a:latin typeface="Calibri"/>
            </a:endParaRPr>
          </a:p>
          <a:p>
            <a:pPr algn="l"/>
            <a:endParaRPr sz="1300" b="1" i="0" dirty="0">
              <a:solidFill>
                <a:srgbClr val="44546A"/>
              </a:solidFill>
              <a:latin typeface="Calibri"/>
            </a:endParaRPr>
          </a:p>
          <a:p>
            <a:pPr algn="ctr"/>
            <a:r>
              <a:rPr sz="1100" b="1" i="1" dirty="0" err="1">
                <a:solidFill>
                  <a:srgbClr val="4472C4"/>
                </a:solidFill>
                <a:latin typeface="Calibri"/>
              </a:rPr>
              <a:t>AI_e</a:t>
            </a:r>
            <a:endParaRPr lang="en-US"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endParaRPr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44546A"/>
                </a:solidFill>
                <a:latin typeface="Calibri"/>
              </a:rPr>
              <a:t>Shock-bar volume ÷ 60-day average 30-min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0848" y="1481328"/>
            <a:ext cx="26700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6568" y="1527048"/>
            <a:ext cx="2578608" cy="1138773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300" b="1" i="0" dirty="0">
                <a:solidFill>
                  <a:srgbClr val="44546A"/>
                </a:solidFill>
                <a:latin typeface="Calibri"/>
              </a:rPr>
              <a:t>Event-Type Severity</a:t>
            </a:r>
            <a:endParaRPr lang="en-US" sz="1300" b="1" i="0" dirty="0">
              <a:solidFill>
                <a:srgbClr val="44546A"/>
              </a:solidFill>
              <a:latin typeface="Calibri"/>
            </a:endParaRPr>
          </a:p>
          <a:p>
            <a:pPr algn="l"/>
            <a:endParaRPr sz="1300" b="1" i="0" dirty="0">
              <a:solidFill>
                <a:srgbClr val="44546A"/>
              </a:solidFill>
              <a:latin typeface="Calibri"/>
            </a:endParaRPr>
          </a:p>
          <a:p>
            <a:pPr algn="ctr"/>
            <a:r>
              <a:rPr sz="1100" b="1" i="1" dirty="0" err="1">
                <a:solidFill>
                  <a:srgbClr val="4472C4"/>
                </a:solidFill>
                <a:latin typeface="Calibri"/>
              </a:rPr>
              <a:t>ES_e</a:t>
            </a:r>
            <a:endParaRPr lang="en-US"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endParaRPr sz="1100" b="1" i="1" dirty="0">
              <a:solidFill>
                <a:srgbClr val="4472C4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44546A"/>
                </a:solidFill>
                <a:latin typeface="Calibri"/>
              </a:rPr>
              <a:t>Event-category volatility vs overall </a:t>
            </a:r>
            <a:endParaRPr lang="en-US" sz="1050" b="0" i="0" dirty="0">
              <a:solidFill>
                <a:srgbClr val="44546A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44546A"/>
                </a:solidFill>
                <a:latin typeface="Calibri"/>
              </a:rPr>
              <a:t>(</a:t>
            </a:r>
            <a:r>
              <a:rPr sz="1050" b="0" i="0" dirty="0" err="1">
                <a:solidFill>
                  <a:srgbClr val="44546A"/>
                </a:solidFill>
                <a:latin typeface="Calibri"/>
              </a:rPr>
              <a:t>σ_k</a:t>
            </a:r>
            <a:r>
              <a:rPr sz="1050" b="0" i="0" dirty="0">
                <a:solidFill>
                  <a:srgbClr val="44546A"/>
                </a:solidFill>
                <a:latin typeface="Calibri"/>
              </a:rPr>
              <a:t> ÷ </a:t>
            </a:r>
            <a:r>
              <a:rPr sz="1050" b="0" i="0" dirty="0" err="1">
                <a:solidFill>
                  <a:srgbClr val="44546A"/>
                </a:solidFill>
                <a:latin typeface="Calibri"/>
              </a:rPr>
              <a:t>σ_all</a:t>
            </a:r>
            <a:r>
              <a:rPr sz="1050" b="0" i="0" dirty="0">
                <a:solidFill>
                  <a:srgbClr val="44546A"/>
                </a:solidFill>
                <a:latin typeface="Calibri"/>
              </a:rPr>
              <a:t>).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310128"/>
            <a:ext cx="502920" cy="457200"/>
          </a:xfrm>
          <a:prstGeom prst="downArrow">
            <a:avLst>
              <a:gd name="adj1" fmla="val 8000"/>
              <a:gd name="adj2" fmla="val 5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3913632"/>
            <a:ext cx="3200400" cy="1078992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913632"/>
            <a:ext cx="2980944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300" b="1" i="0">
                <a:solidFill>
                  <a:srgbClr val="44546A"/>
                </a:solidFill>
                <a:latin typeface="Calibri"/>
              </a:rPr>
              <a:t>Standardise</a:t>
            </a:r>
          </a:p>
          <a:p>
            <a:pPr algn="ctr"/>
            <a:r>
              <a:rPr sz="1050" b="0" i="0">
                <a:solidFill>
                  <a:srgbClr val="44546A"/>
                </a:solidFill>
                <a:latin typeface="Calibri"/>
              </a:rPr>
              <a:t>Each component z-scored across all events.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13048" y="4224528"/>
            <a:ext cx="777240" cy="457200"/>
          </a:xfrm>
          <a:prstGeom prst="rightArrow">
            <a:avLst>
              <a:gd name="adj1" fmla="val 8000"/>
              <a:gd name="adj2" fmla="val 5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36008" y="3913632"/>
            <a:ext cx="3200400" cy="1078992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B4C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45736" y="3913632"/>
            <a:ext cx="2980944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300" b="1" i="0">
                <a:solidFill>
                  <a:srgbClr val="44546A"/>
                </a:solidFill>
                <a:latin typeface="Calibri"/>
              </a:rPr>
              <a:t>Combine (PCA)</a:t>
            </a:r>
          </a:p>
          <a:p>
            <a:pPr algn="ctr"/>
            <a:r>
              <a:rPr sz="1050" b="0" i="0">
                <a:solidFill>
                  <a:srgbClr val="44546A"/>
                </a:solidFill>
                <a:latin typeface="Calibri"/>
              </a:rPr>
              <a:t>First principal component (PC1) sets the weights.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82128" y="4224528"/>
            <a:ext cx="777240" cy="457200"/>
          </a:xfrm>
          <a:prstGeom prst="rightArrow">
            <a:avLst>
              <a:gd name="adj1" fmla="val 8000"/>
              <a:gd name="adj2" fmla="val 5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705088" y="3913632"/>
            <a:ext cx="3200400" cy="1078992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4815" y="3913632"/>
            <a:ext cx="2980944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SC_total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Composite shock-intensity score
(higher = more intense shock).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Inputs: Interactive Brokers 30-minute price bars  ·  Benzinga headlines  ·  FinBERT sentiment.</a:t>
            </a:r>
          </a:p>
          <a:p>
            <a:pPr algn="l"/>
            <a:r>
              <a:rPr sz="1050" b="0" i="1">
                <a:solidFill>
                  <a:srgbClr val="7F7F7F"/>
                </a:solidFill>
                <a:latin typeface="Calibri"/>
              </a:rPr>
              <a:t>All four are event-level components (subscript e). PCA combines them into a single ex-ante measure available at the point of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5 – From Score to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17904"/>
            <a:ext cx="11064240" cy="107899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517904"/>
            <a:ext cx="320040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HALT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Above 85th percentile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1517904"/>
            <a:ext cx="713232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Intense shock: prompt pre-commitment and a pause before acting.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11064240" cy="1078992"/>
          </a:xfrm>
          <a:prstGeom prst="roundRect">
            <a:avLst>
              <a:gd name="adj" fmla="val 8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743200"/>
            <a:ext cx="320040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REVIEW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60th – 85th percentile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2743200"/>
            <a:ext cx="713232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Elevated shock: prompt a deliberate reassessment of the 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68496"/>
            <a:ext cx="11064240" cy="1078992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968496"/>
            <a:ext cx="320040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MONITOR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Below 60th percentile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3968496"/>
            <a:ext cx="7132320" cy="10789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Routine conditions: no action prompted.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32120"/>
            <a:ext cx="11064240" cy="9144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/>
            <a:r>
              <a:rPr sz="1150" b="1" i="0">
                <a:solidFill>
                  <a:srgbClr val="44546A"/>
                </a:solidFill>
                <a:latin typeface="Calibri"/>
              </a:rPr>
              <a:t>Bands are percentile cut-offs on the scenario SC_total distribution.</a:t>
            </a:r>
          </a:p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The dashboard surfaces the band at the moment of decision (ex-ante). Displaying it is the intervention tested in H2 (ShowSC).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6 – Respondent Profile 1/2</a:t>
            </a:r>
          </a:p>
        </p:txBody>
      </p:sp>
      <p:pic>
        <p:nvPicPr>
          <p:cNvPr id="3" name="Picture 2" descr="fig_dem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7" y="1791653"/>
            <a:ext cx="11155680" cy="33988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7 – Respondent Profile 2/2</a:t>
            </a:r>
          </a:p>
        </p:txBody>
      </p:sp>
      <p:pic>
        <p:nvPicPr>
          <p:cNvPr id="3" name="Picture 2" descr="fig_dem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554480"/>
            <a:ext cx="10607040" cy="44888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B5C9-A83D-CF35-0B41-14C66E66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 7 -- Paradigm: How the Design Answers the Research Questions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CDAF0-1A99-262F-5FB0-DFDE74EBA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288"/>
            <a:ext cx="10515600" cy="24495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Research Paradigm – What each term means (Saunders et al., 2019)</a:t>
            </a:r>
          </a:p>
          <a:p>
            <a:pPr lvl="1"/>
            <a:r>
              <a:rPr lang="en-US" dirty="0"/>
              <a:t>Positivist — knowledge comes only from observable, measurable facts, independent of the researcher's beliefs. In this study: structured seven-point survey responses and market data — no interpretation of what managers "meant.“</a:t>
            </a:r>
          </a:p>
          <a:p>
            <a:pPr lvl="1"/>
            <a:r>
              <a:rPr lang="en-US" dirty="0"/>
              <a:t>Deductive — reasoning runs from theory to data, never the reverse: behavioral finance theory → testable hypotheses → measurement → statistical test. (Opposite: inductive — building theory out of observations.)</a:t>
            </a:r>
          </a:p>
          <a:p>
            <a:pPr lvl="1"/>
            <a:r>
              <a:rPr lang="en-US" dirty="0"/>
              <a:t>Theory-testing — the study does not create new theory from the data; it checks whether predictions of existing theory hold in a professional sample.</a:t>
            </a:r>
          </a:p>
          <a:p>
            <a:pPr lvl="1"/>
            <a:r>
              <a:rPr lang="en-US" dirty="0"/>
              <a:t>Falsification logic (Popper) — hypotheses are stated as null statements that data could reject. Nothing is ever "proven": a claim stands only while the evidence fails to reject it at the pre-set threshold (α = 0.05).</a:t>
            </a:r>
            <a:endParaRPr lang="LID4096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4323253-08C3-996B-CE7D-5FE2DF8B1AD5}"/>
              </a:ext>
            </a:extLst>
          </p:cNvPr>
          <p:cNvSpPr txBox="1">
            <a:spLocks/>
          </p:cNvSpPr>
          <p:nvPr/>
        </p:nvSpPr>
        <p:spPr>
          <a:xfrm>
            <a:off x="1438276" y="5853112"/>
            <a:ext cx="9644061" cy="8096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Under </a:t>
            </a:r>
            <a:r>
              <a:rPr lang="en-US" b="1" dirty="0"/>
              <a:t>falsification logic</a:t>
            </a:r>
            <a:r>
              <a:rPr lang="en-US" dirty="0"/>
              <a:t>, a null result is a complete answer, not a failure: the research question is answered by running the test, not by the direction of its outcome. The H2 null is reported as informative and bounded by statistical power (§5.8.2).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5AAB0B-27A9-0644-015D-6F4410361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637" y="3652445"/>
            <a:ext cx="8677723" cy="19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4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1395</Words>
  <Application>Microsoft Office PowerPoint</Application>
  <PresentationFormat>Widescreen</PresentationFormat>
  <Paragraphs>118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Office</vt:lpstr>
      <vt:lpstr>Reducing Emotional Biases in Investment Portfolio Management</vt:lpstr>
      <vt:lpstr>Topic and Motivation</vt:lpstr>
      <vt:lpstr>Example: Informational Shock</vt:lpstr>
      <vt:lpstr>Research Question and Hypotheses</vt:lpstr>
      <vt:lpstr>Method and Design</vt:lpstr>
      <vt:lpstr>Research Framework</vt:lpstr>
      <vt:lpstr>Scenario and Shock Dashboard example</vt:lpstr>
      <vt:lpstr>Finding 1: H1 Supported</vt:lpstr>
      <vt:lpstr>Finding 2: H2 Not Supported</vt:lpstr>
      <vt:lpstr>Conclusions and Recommendations</vt:lpstr>
      <vt:lpstr>Ethical Implications</vt:lpstr>
      <vt:lpstr>Personal Lessons Learned</vt:lpstr>
      <vt:lpstr>References</vt:lpstr>
      <vt:lpstr>Thank You</vt:lpstr>
      <vt:lpstr>Appendix 1 – Normality of Key Responses and  Method Justification</vt:lpstr>
      <vt:lpstr>Appendix 2 – Does shock score predict return?</vt:lpstr>
      <vt:lpstr>Appendix 3 – Shock Score decomposition.</vt:lpstr>
      <vt:lpstr>Appendix 4 – Building the Shock Score</vt:lpstr>
      <vt:lpstr>Appendix 5 – From Score to Decision</vt:lpstr>
      <vt:lpstr>Appendix 6 – Respondent Profile 1/2</vt:lpstr>
      <vt:lpstr>Appendix 7 – Respondent Profile 2/2</vt:lpstr>
      <vt:lpstr>Appendix 7 -- Paradigm: How the Design Answers the Research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Dr. Günther Singer</dc:creator>
  <cp:lastModifiedBy>Alexey Malashonak</cp:lastModifiedBy>
  <cp:revision>23</cp:revision>
  <dcterms:created xsi:type="dcterms:W3CDTF">2021-09-23T13:50:55Z</dcterms:created>
  <dcterms:modified xsi:type="dcterms:W3CDTF">2026-07-10T12:58:43Z</dcterms:modified>
</cp:coreProperties>
</file>