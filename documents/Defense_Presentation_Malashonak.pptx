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95" r:id="rId4"/>
    <p:sldId id="283" r:id="rId5"/>
    <p:sldId id="284" r:id="rId6"/>
    <p:sldId id="293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6" r:id="rId16"/>
    <p:sldId id="297" r:id="rId17"/>
    <p:sldId id="298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8" autoAdjust="0"/>
    <p:restoredTop sz="96327"/>
  </p:normalViewPr>
  <p:slideViewPr>
    <p:cSldViewPr snapToGrid="0" snapToObjects="1">
      <p:cViewPr varScale="1">
        <p:scale>
          <a:sx n="160" d="100"/>
          <a:sy n="160" d="100"/>
        </p:scale>
        <p:origin x="13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ey Malashonak" userId="52025583bffa8bdb" providerId="LiveId" clId="{30D764CA-C286-4141-9E86-BB2E6EAB1262}"/>
    <pc:docChg chg="undo custSel addSld delSld modSld sldOrd">
      <pc:chgData name="Alexey Malashonak" userId="52025583bffa8bdb" providerId="LiveId" clId="{30D764CA-C286-4141-9E86-BB2E6EAB1262}" dt="2026-06-09T14:19:45.346" v="514" actId="20577"/>
      <pc:docMkLst>
        <pc:docMk/>
      </pc:docMkLst>
      <pc:sldChg chg="modSp mod">
        <pc:chgData name="Alexey Malashonak" userId="52025583bffa8bdb" providerId="LiveId" clId="{30D764CA-C286-4141-9E86-BB2E6EAB1262}" dt="2026-06-08T13:38:52.513" v="3" actId="1076"/>
        <pc:sldMkLst>
          <pc:docMk/>
          <pc:sldMk cId="3087419212" sldId="256"/>
        </pc:sldMkLst>
        <pc:spChg chg="mod">
          <ac:chgData name="Alexey Malashonak" userId="52025583bffa8bdb" providerId="LiveId" clId="{30D764CA-C286-4141-9E86-BB2E6EAB1262}" dt="2026-06-08T13:38:52.513" v="3" actId="1076"/>
          <ac:spMkLst>
            <pc:docMk/>
            <pc:sldMk cId="3087419212" sldId="256"/>
            <ac:spMk id="4" creationId="{9AB1290F-CD9E-AA45-01C4-12B2F42319C5}"/>
          </ac:spMkLst>
        </pc:spChg>
      </pc:sldChg>
      <pc:sldChg chg="modSp mod">
        <pc:chgData name="Alexey Malashonak" userId="52025583bffa8bdb" providerId="LiveId" clId="{30D764CA-C286-4141-9E86-BB2E6EAB1262}" dt="2026-06-09T14:19:45.346" v="514" actId="20577"/>
        <pc:sldMkLst>
          <pc:docMk/>
          <pc:sldMk cId="3410717024" sldId="257"/>
        </pc:sldMkLst>
        <pc:spChg chg="mod">
          <ac:chgData name="Alexey Malashonak" userId="52025583bffa8bdb" providerId="LiveId" clId="{30D764CA-C286-4141-9E86-BB2E6EAB1262}" dt="2026-06-09T14:19:45.346" v="514" actId="20577"/>
          <ac:spMkLst>
            <pc:docMk/>
            <pc:sldMk cId="3410717024" sldId="257"/>
            <ac:spMk id="3" creationId="{395D3EC4-46A1-A411-92FC-D6D6575EFB2C}"/>
          </ac:spMkLst>
        </pc:spChg>
      </pc:sldChg>
      <pc:sldChg chg="addSp delSp modSp mod">
        <pc:chgData name="Alexey Malashonak" userId="52025583bffa8bdb" providerId="LiveId" clId="{30D764CA-C286-4141-9E86-BB2E6EAB1262}" dt="2026-06-08T13:52:38.665" v="286" actId="1076"/>
        <pc:sldMkLst>
          <pc:docMk/>
          <pc:sldMk cId="3410717024" sldId="285"/>
        </pc:sldMkLst>
        <pc:spChg chg="mod">
          <ac:chgData name="Alexey Malashonak" userId="52025583bffa8bdb" providerId="LiveId" clId="{30D764CA-C286-4141-9E86-BB2E6EAB1262}" dt="2026-06-08T13:51:22.789" v="263" actId="20577"/>
          <ac:spMkLst>
            <pc:docMk/>
            <pc:sldMk cId="3410717024" sldId="285"/>
            <ac:spMk id="2" creationId="{090EAC2A-5706-C65F-88DE-7DA698789FBD}"/>
          </ac:spMkLst>
        </pc:spChg>
        <pc:spChg chg="del mod">
          <ac:chgData name="Alexey Malashonak" userId="52025583bffa8bdb" providerId="LiveId" clId="{30D764CA-C286-4141-9E86-BB2E6EAB1262}" dt="2026-06-08T13:51:26.355" v="264" actId="478"/>
          <ac:spMkLst>
            <pc:docMk/>
            <pc:sldMk cId="3410717024" sldId="285"/>
            <ac:spMk id="3" creationId="{395D3EC4-46A1-A411-92FC-D6D6575EFB2C}"/>
          </ac:spMkLst>
        </pc:spChg>
        <pc:spChg chg="add del mod">
          <ac:chgData name="Alexey Malashonak" userId="52025583bffa8bdb" providerId="LiveId" clId="{30D764CA-C286-4141-9E86-BB2E6EAB1262}" dt="2026-06-08T13:51:29.827" v="266"/>
          <ac:spMkLst>
            <pc:docMk/>
            <pc:sldMk cId="3410717024" sldId="285"/>
            <ac:spMk id="8" creationId="{C657A9D5-50AC-E395-50C0-2307FDAB4D08}"/>
          </ac:spMkLst>
        </pc:spChg>
        <pc:picChg chg="add del mod">
          <ac:chgData name="Alexey Malashonak" userId="52025583bffa8bdb" providerId="LiveId" clId="{30D764CA-C286-4141-9E86-BB2E6EAB1262}" dt="2026-06-08T13:51:09.781" v="225" actId="478"/>
          <ac:picMkLst>
            <pc:docMk/>
            <pc:sldMk cId="3410717024" sldId="285"/>
            <ac:picMk id="5" creationId="{E5061E54-E89C-61E5-DFC4-5D7093DA0E13}"/>
          </ac:picMkLst>
        </pc:picChg>
        <pc:picChg chg="add del mod">
          <ac:chgData name="Alexey Malashonak" userId="52025583bffa8bdb" providerId="LiveId" clId="{30D764CA-C286-4141-9E86-BB2E6EAB1262}" dt="2026-06-08T13:51:29.303" v="265" actId="21"/>
          <ac:picMkLst>
            <pc:docMk/>
            <pc:sldMk cId="3410717024" sldId="285"/>
            <ac:picMk id="6" creationId="{5BB514F8-B97E-94B9-136B-BFB4CAFC9A8E}"/>
          </ac:picMkLst>
        </pc:picChg>
        <pc:picChg chg="add mod modCrop">
          <ac:chgData name="Alexey Malashonak" userId="52025583bffa8bdb" providerId="LiveId" clId="{30D764CA-C286-4141-9E86-BB2E6EAB1262}" dt="2026-06-08T13:52:36.486" v="285" actId="1076"/>
          <ac:picMkLst>
            <pc:docMk/>
            <pc:sldMk cId="3410717024" sldId="285"/>
            <ac:picMk id="9" creationId="{5BB514F8-B97E-94B9-136B-BFB4CAFC9A8E}"/>
          </ac:picMkLst>
        </pc:picChg>
        <pc:picChg chg="add mod modCrop">
          <ac:chgData name="Alexey Malashonak" userId="52025583bffa8bdb" providerId="LiveId" clId="{30D764CA-C286-4141-9E86-BB2E6EAB1262}" dt="2026-06-08T13:52:38.665" v="286" actId="1076"/>
          <ac:picMkLst>
            <pc:docMk/>
            <pc:sldMk cId="3410717024" sldId="285"/>
            <ac:picMk id="10" creationId="{007F835B-730E-57B2-EC0A-3172FF98220A}"/>
          </ac:picMkLst>
        </pc:picChg>
      </pc:sldChg>
      <pc:sldChg chg="modSp mod">
        <pc:chgData name="Alexey Malashonak" userId="52025583bffa8bdb" providerId="LiveId" clId="{30D764CA-C286-4141-9E86-BB2E6EAB1262}" dt="2026-06-08T13:42:31.350" v="30" actId="20577"/>
        <pc:sldMkLst>
          <pc:docMk/>
          <pc:sldMk cId="3410717024" sldId="290"/>
        </pc:sldMkLst>
        <pc:spChg chg="mod">
          <ac:chgData name="Alexey Malashonak" userId="52025583bffa8bdb" providerId="LiveId" clId="{30D764CA-C286-4141-9E86-BB2E6EAB1262}" dt="2026-06-08T13:42:31.350" v="30" actId="20577"/>
          <ac:spMkLst>
            <pc:docMk/>
            <pc:sldMk cId="3410717024" sldId="290"/>
            <ac:spMk id="3" creationId="{395D3EC4-46A1-A411-92FC-D6D6575EFB2C}"/>
          </ac:spMkLst>
        </pc:spChg>
      </pc:sldChg>
      <pc:sldChg chg="addSp delSp modSp new mod ord">
        <pc:chgData name="Alexey Malashonak" userId="52025583bffa8bdb" providerId="LiveId" clId="{30D764CA-C286-4141-9E86-BB2E6EAB1262}" dt="2026-06-08T13:45:05.860" v="84"/>
        <pc:sldMkLst>
          <pc:docMk/>
          <pc:sldMk cId="2991031542" sldId="293"/>
        </pc:sldMkLst>
        <pc:spChg chg="mod">
          <ac:chgData name="Alexey Malashonak" userId="52025583bffa8bdb" providerId="LiveId" clId="{30D764CA-C286-4141-9E86-BB2E6EAB1262}" dt="2026-06-08T13:44:11.369" v="80" actId="20577"/>
          <ac:spMkLst>
            <pc:docMk/>
            <pc:sldMk cId="2991031542" sldId="293"/>
            <ac:spMk id="2" creationId="{7B3CFB50-C52A-2F68-3EA9-17DC574DAFAA}"/>
          </ac:spMkLst>
        </pc:spChg>
        <pc:spChg chg="del">
          <ac:chgData name="Alexey Malashonak" userId="52025583bffa8bdb" providerId="LiveId" clId="{30D764CA-C286-4141-9E86-BB2E6EAB1262}" dt="2026-06-08T13:43:45.763" v="32"/>
          <ac:spMkLst>
            <pc:docMk/>
            <pc:sldMk cId="2991031542" sldId="293"/>
            <ac:spMk id="3" creationId="{FB12737C-7328-3978-9475-332E022300BC}"/>
          </ac:spMkLst>
        </pc:spChg>
        <pc:picChg chg="add mod">
          <ac:chgData name="Alexey Malashonak" userId="52025583bffa8bdb" providerId="LiveId" clId="{30D764CA-C286-4141-9E86-BB2E6EAB1262}" dt="2026-06-08T13:43:51.349" v="34" actId="1076"/>
          <ac:picMkLst>
            <pc:docMk/>
            <pc:sldMk cId="2991031542" sldId="293"/>
            <ac:picMk id="6" creationId="{694D6F6B-2753-8922-FEF4-AB41DD0A4363}"/>
          </ac:picMkLst>
        </pc:picChg>
      </pc:sldChg>
      <pc:sldChg chg="addSp delSp modSp new del mod ord">
        <pc:chgData name="Alexey Malashonak" userId="52025583bffa8bdb" providerId="LiveId" clId="{30D764CA-C286-4141-9E86-BB2E6EAB1262}" dt="2026-06-08T13:52:42.114" v="287" actId="47"/>
        <pc:sldMkLst>
          <pc:docMk/>
          <pc:sldMk cId="357042734" sldId="294"/>
        </pc:sldMkLst>
        <pc:spChg chg="mod">
          <ac:chgData name="Alexey Malashonak" userId="52025583bffa8bdb" providerId="LiveId" clId="{30D764CA-C286-4141-9E86-BB2E6EAB1262}" dt="2026-06-08T13:45:27.639" v="108" actId="20577"/>
          <ac:spMkLst>
            <pc:docMk/>
            <pc:sldMk cId="357042734" sldId="294"/>
            <ac:spMk id="2" creationId="{1A4ED264-ED06-5517-B0D5-91E9E2935490}"/>
          </ac:spMkLst>
        </pc:spChg>
        <pc:spChg chg="del">
          <ac:chgData name="Alexey Malashonak" userId="52025583bffa8bdb" providerId="LiveId" clId="{30D764CA-C286-4141-9E86-BB2E6EAB1262}" dt="2026-06-08T13:45:19.001" v="86"/>
          <ac:spMkLst>
            <pc:docMk/>
            <pc:sldMk cId="357042734" sldId="294"/>
            <ac:spMk id="3" creationId="{A727F002-8C7D-D986-B42E-93F2748ECD02}"/>
          </ac:spMkLst>
        </pc:spChg>
        <pc:spChg chg="add mod">
          <ac:chgData name="Alexey Malashonak" userId="52025583bffa8bdb" providerId="LiveId" clId="{30D764CA-C286-4141-9E86-BB2E6EAB1262}" dt="2026-06-08T13:50:08.108" v="213" actId="21"/>
          <ac:spMkLst>
            <pc:docMk/>
            <pc:sldMk cId="357042734" sldId="294"/>
            <ac:spMk id="4" creationId="{DC48C2DB-0858-603E-2993-843E795BB2AA}"/>
          </ac:spMkLst>
        </pc:spChg>
        <pc:picChg chg="add del mod">
          <ac:chgData name="Alexey Malashonak" userId="52025583bffa8bdb" providerId="LiveId" clId="{30D764CA-C286-4141-9E86-BB2E6EAB1262}" dt="2026-06-08T13:50:08.108" v="213" actId="21"/>
          <ac:picMkLst>
            <pc:docMk/>
            <pc:sldMk cId="357042734" sldId="294"/>
            <ac:picMk id="5" creationId="{E5061E54-E89C-61E5-DFC4-5D7093DA0E13}"/>
          </ac:picMkLst>
        </pc:picChg>
      </pc:sldChg>
      <pc:sldChg chg="addSp delSp modSp new mod">
        <pc:chgData name="Alexey Malashonak" userId="52025583bffa8bdb" providerId="LiveId" clId="{30D764CA-C286-4141-9E86-BB2E6EAB1262}" dt="2026-06-08T13:48:32.135" v="208" actId="20577"/>
        <pc:sldMkLst>
          <pc:docMk/>
          <pc:sldMk cId="1696332148" sldId="295"/>
        </pc:sldMkLst>
        <pc:spChg chg="mod">
          <ac:chgData name="Alexey Malashonak" userId="52025583bffa8bdb" providerId="LiveId" clId="{30D764CA-C286-4141-9E86-BB2E6EAB1262}" dt="2026-06-08T13:47:15.385" v="144" actId="20577"/>
          <ac:spMkLst>
            <pc:docMk/>
            <pc:sldMk cId="1696332148" sldId="295"/>
            <ac:spMk id="2" creationId="{882C97E8-855F-AB5B-B030-657DB168F27C}"/>
          </ac:spMkLst>
        </pc:spChg>
        <pc:spChg chg="del">
          <ac:chgData name="Alexey Malashonak" userId="52025583bffa8bdb" providerId="LiveId" clId="{30D764CA-C286-4141-9E86-BB2E6EAB1262}" dt="2026-06-08T13:47:01.955" v="112"/>
          <ac:spMkLst>
            <pc:docMk/>
            <pc:sldMk cId="1696332148" sldId="295"/>
            <ac:spMk id="3" creationId="{162F297D-209F-7266-10D8-5EDA9C1C62BC}"/>
          </ac:spMkLst>
        </pc:spChg>
        <pc:spChg chg="add">
          <ac:chgData name="Alexey Malashonak" userId="52025583bffa8bdb" providerId="LiveId" clId="{30D764CA-C286-4141-9E86-BB2E6EAB1262}" dt="2026-06-08T13:47:40.999" v="146"/>
          <ac:spMkLst>
            <pc:docMk/>
            <pc:sldMk cId="1696332148" sldId="295"/>
            <ac:spMk id="6" creationId="{0506BA6F-876B-7B55-9221-4E0F20257623}"/>
          </ac:spMkLst>
        </pc:spChg>
        <pc:spChg chg="add mod">
          <ac:chgData name="Alexey Malashonak" userId="52025583bffa8bdb" providerId="LiveId" clId="{30D764CA-C286-4141-9E86-BB2E6EAB1262}" dt="2026-06-08T13:48:32.135" v="208" actId="20577"/>
          <ac:spMkLst>
            <pc:docMk/>
            <pc:sldMk cId="1696332148" sldId="295"/>
            <ac:spMk id="8" creationId="{F55A1114-C15A-A114-C8DE-72820D9A1DC2}"/>
          </ac:spMkLst>
        </pc:spChg>
        <pc:picChg chg="add mod">
          <ac:chgData name="Alexey Malashonak" userId="52025583bffa8bdb" providerId="LiveId" clId="{30D764CA-C286-4141-9E86-BB2E6EAB1262}" dt="2026-06-08T13:48:04.167" v="155" actId="1076"/>
          <ac:picMkLst>
            <pc:docMk/>
            <pc:sldMk cId="1696332148" sldId="295"/>
            <ac:picMk id="5" creationId="{6710EA77-63D4-3C98-DE04-4E2E842F4F97}"/>
          </ac:picMkLst>
        </pc:picChg>
      </pc:sldChg>
      <pc:sldChg chg="addSp delSp modSp new mod">
        <pc:chgData name="Alexey Malashonak" userId="52025583bffa8bdb" providerId="LiveId" clId="{30D764CA-C286-4141-9E86-BB2E6EAB1262}" dt="2026-06-09T14:18:57.357" v="490" actId="14100"/>
        <pc:sldMkLst>
          <pc:docMk/>
          <pc:sldMk cId="2104700431" sldId="296"/>
        </pc:sldMkLst>
        <pc:spChg chg="mod">
          <ac:chgData name="Alexey Malashonak" userId="52025583bffa8bdb" providerId="LiveId" clId="{30D764CA-C286-4141-9E86-BB2E6EAB1262}" dt="2026-06-08T14:33:28.516" v="320" actId="20577"/>
          <ac:spMkLst>
            <pc:docMk/>
            <pc:sldMk cId="2104700431" sldId="296"/>
            <ac:spMk id="2" creationId="{F8602237-DAD9-E594-3E62-B1A9ABD4ABEE}"/>
          </ac:spMkLst>
        </pc:spChg>
        <pc:spChg chg="del mod">
          <ac:chgData name="Alexey Malashonak" userId="52025583bffa8bdb" providerId="LiveId" clId="{30D764CA-C286-4141-9E86-BB2E6EAB1262}" dt="2026-06-08T14:40:44.776" v="457" actId="478"/>
          <ac:spMkLst>
            <pc:docMk/>
            <pc:sldMk cId="2104700431" sldId="296"/>
            <ac:spMk id="3" creationId="{928A2D6F-88D3-E382-6E8A-C8740C197777}"/>
          </ac:spMkLst>
        </pc:spChg>
        <pc:spChg chg="add mod">
          <ac:chgData name="Alexey Malashonak" userId="52025583bffa8bdb" providerId="LiveId" clId="{30D764CA-C286-4141-9E86-BB2E6EAB1262}" dt="2026-06-08T14:40:09.479" v="447"/>
          <ac:spMkLst>
            <pc:docMk/>
            <pc:sldMk cId="2104700431" sldId="296"/>
            <ac:spMk id="9" creationId="{D3298BAB-5072-DD12-CE47-603325557C84}"/>
          </ac:spMkLst>
        </pc:spChg>
        <pc:spChg chg="add mod">
          <ac:chgData name="Alexey Malashonak" userId="52025583bffa8bdb" providerId="LiveId" clId="{30D764CA-C286-4141-9E86-BB2E6EAB1262}" dt="2026-06-08T14:40:25.736" v="451" actId="1076"/>
          <ac:spMkLst>
            <pc:docMk/>
            <pc:sldMk cId="2104700431" sldId="296"/>
            <ac:spMk id="11" creationId="{47347709-57F4-F9A8-4B6E-719EACD7653D}"/>
          </ac:spMkLst>
        </pc:spChg>
        <pc:spChg chg="add">
          <ac:chgData name="Alexey Malashonak" userId="52025583bffa8bdb" providerId="LiveId" clId="{30D764CA-C286-4141-9E86-BB2E6EAB1262}" dt="2026-06-08T14:40:36.635" v="453"/>
          <ac:spMkLst>
            <pc:docMk/>
            <pc:sldMk cId="2104700431" sldId="296"/>
            <ac:spMk id="12" creationId="{3DA95BE9-A697-DDD2-24AC-EB4C1371A8A6}"/>
          </ac:spMkLst>
        </pc:spChg>
        <pc:spChg chg="add">
          <ac:chgData name="Alexey Malashonak" userId="52025583bffa8bdb" providerId="LiveId" clId="{30D764CA-C286-4141-9E86-BB2E6EAB1262}" dt="2026-06-08T14:40:38.605" v="454"/>
          <ac:spMkLst>
            <pc:docMk/>
            <pc:sldMk cId="2104700431" sldId="296"/>
            <ac:spMk id="13" creationId="{8907E41A-17AF-844D-F51D-9F43A8342B59}"/>
          </ac:spMkLst>
        </pc:spChg>
        <pc:spChg chg="add del mod">
          <ac:chgData name="Alexey Malashonak" userId="52025583bffa8bdb" providerId="LiveId" clId="{30D764CA-C286-4141-9E86-BB2E6EAB1262}" dt="2026-06-09T14:18:57.357" v="490" actId="14100"/>
          <ac:spMkLst>
            <pc:docMk/>
            <pc:sldMk cId="2104700431" sldId="296"/>
            <ac:spMk id="15" creationId="{552525F8-591B-66AD-67B6-053DD8C68BC1}"/>
          </ac:spMkLst>
        </pc:spChg>
        <pc:spChg chg="add mod">
          <ac:chgData name="Alexey Malashonak" userId="52025583bffa8bdb" providerId="LiveId" clId="{30D764CA-C286-4141-9E86-BB2E6EAB1262}" dt="2026-06-08T14:40:50.687" v="459"/>
          <ac:spMkLst>
            <pc:docMk/>
            <pc:sldMk cId="2104700431" sldId="296"/>
            <ac:spMk id="16" creationId="{746712F6-C255-E5DA-312C-7867F71EBCF6}"/>
          </ac:spMkLst>
        </pc:spChg>
        <pc:picChg chg="add mod">
          <ac:chgData name="Alexey Malashonak" userId="52025583bffa8bdb" providerId="LiveId" clId="{30D764CA-C286-4141-9E86-BB2E6EAB1262}" dt="2026-06-08T14:38:18.615" v="437" actId="1076"/>
          <ac:picMkLst>
            <pc:docMk/>
            <pc:sldMk cId="2104700431" sldId="296"/>
            <ac:picMk id="5" creationId="{07CB72D1-766D-26AB-7AEC-3BE0121416C5}"/>
          </ac:picMkLst>
        </pc:picChg>
        <pc:picChg chg="add mod">
          <ac:chgData name="Alexey Malashonak" userId="52025583bffa8bdb" providerId="LiveId" clId="{30D764CA-C286-4141-9E86-BB2E6EAB1262}" dt="2026-06-08T14:39:58.895" v="444" actId="1076"/>
          <ac:picMkLst>
            <pc:docMk/>
            <pc:sldMk cId="2104700431" sldId="296"/>
            <ac:picMk id="7" creationId="{EC875994-5B4D-6920-B980-FD390EC8D983}"/>
          </ac:picMkLst>
        </pc:picChg>
      </pc:sldChg>
      <pc:sldChg chg="addSp delSp modSp new mod">
        <pc:chgData name="Alexey Malashonak" userId="52025583bffa8bdb" providerId="LiveId" clId="{30D764CA-C286-4141-9E86-BB2E6EAB1262}" dt="2026-06-08T14:34:10.381" v="376" actId="27636"/>
        <pc:sldMkLst>
          <pc:docMk/>
          <pc:sldMk cId="204907885" sldId="297"/>
        </pc:sldMkLst>
        <pc:spChg chg="mod">
          <ac:chgData name="Alexey Malashonak" userId="52025583bffa8bdb" providerId="LiveId" clId="{30D764CA-C286-4141-9E86-BB2E6EAB1262}" dt="2026-06-08T14:34:10.381" v="376" actId="27636"/>
          <ac:spMkLst>
            <pc:docMk/>
            <pc:sldMk cId="204907885" sldId="297"/>
            <ac:spMk id="2" creationId="{70913560-5D50-E845-AFB4-EB74F0894A87}"/>
          </ac:spMkLst>
        </pc:spChg>
        <pc:spChg chg="del">
          <ac:chgData name="Alexey Malashonak" userId="52025583bffa8bdb" providerId="LiveId" clId="{30D764CA-C286-4141-9E86-BB2E6EAB1262}" dt="2026-06-08T14:33:43.796" v="335"/>
          <ac:spMkLst>
            <pc:docMk/>
            <pc:sldMk cId="204907885" sldId="297"/>
            <ac:spMk id="3" creationId="{0496FB8D-2A33-29F9-CF8F-6259F980E95A}"/>
          </ac:spMkLst>
        </pc:spChg>
        <pc:picChg chg="add mod">
          <ac:chgData name="Alexey Malashonak" userId="52025583bffa8bdb" providerId="LiveId" clId="{30D764CA-C286-4141-9E86-BB2E6EAB1262}" dt="2026-06-08T14:33:43.796" v="335"/>
          <ac:picMkLst>
            <pc:docMk/>
            <pc:sldMk cId="204907885" sldId="297"/>
            <ac:picMk id="5" creationId="{EFF5F893-43B3-F943-F44E-0365E1D40E38}"/>
          </ac:picMkLst>
        </pc:picChg>
      </pc:sldChg>
      <pc:sldChg chg="addSp delSp modSp new mod">
        <pc:chgData name="Alexey Malashonak" userId="52025583bffa8bdb" providerId="LiveId" clId="{30D764CA-C286-4141-9E86-BB2E6EAB1262}" dt="2026-06-08T14:35:13.918" v="430"/>
        <pc:sldMkLst>
          <pc:docMk/>
          <pc:sldMk cId="145048705" sldId="298"/>
        </pc:sldMkLst>
        <pc:spChg chg="mod">
          <ac:chgData name="Alexey Malashonak" userId="52025583bffa8bdb" providerId="LiveId" clId="{30D764CA-C286-4141-9E86-BB2E6EAB1262}" dt="2026-06-08T14:34:50.138" v="423" actId="20577"/>
          <ac:spMkLst>
            <pc:docMk/>
            <pc:sldMk cId="145048705" sldId="298"/>
            <ac:spMk id="2" creationId="{A3074B05-256B-C455-1B9C-2B6D09A24EE1}"/>
          </ac:spMkLst>
        </pc:spChg>
        <pc:spChg chg="del">
          <ac:chgData name="Alexey Malashonak" userId="52025583bffa8bdb" providerId="LiveId" clId="{30D764CA-C286-4141-9E86-BB2E6EAB1262}" dt="2026-06-08T14:34:54.095" v="424"/>
          <ac:spMkLst>
            <pc:docMk/>
            <pc:sldMk cId="145048705" sldId="298"/>
            <ac:spMk id="3" creationId="{7B5AF532-FD29-3849-880E-ADBC5B4B7AA1}"/>
          </ac:spMkLst>
        </pc:spChg>
        <pc:spChg chg="add del mod">
          <ac:chgData name="Alexey Malashonak" userId="52025583bffa8bdb" providerId="LiveId" clId="{30D764CA-C286-4141-9E86-BB2E6EAB1262}" dt="2026-06-08T14:35:13.918" v="430"/>
          <ac:spMkLst>
            <pc:docMk/>
            <pc:sldMk cId="145048705" sldId="298"/>
            <ac:spMk id="9" creationId="{5199FD7E-4EEF-D86C-C795-45388E17AFD8}"/>
          </ac:spMkLst>
        </pc:spChg>
        <pc:picChg chg="add del mod">
          <ac:chgData name="Alexey Malashonak" userId="52025583bffa8bdb" providerId="LiveId" clId="{30D764CA-C286-4141-9E86-BB2E6EAB1262}" dt="2026-06-08T14:35:09.999" v="428" actId="478"/>
          <ac:picMkLst>
            <pc:docMk/>
            <pc:sldMk cId="145048705" sldId="298"/>
            <ac:picMk id="5" creationId="{28DDE86F-3647-3013-8D24-145E8CDD501E}"/>
          </ac:picMkLst>
        </pc:picChg>
        <pc:picChg chg="add del mod">
          <ac:chgData name="Alexey Malashonak" userId="52025583bffa8bdb" providerId="LiveId" clId="{30D764CA-C286-4141-9E86-BB2E6EAB1262}" dt="2026-06-08T14:35:13.263" v="429" actId="21"/>
          <ac:picMkLst>
            <pc:docMk/>
            <pc:sldMk cId="145048705" sldId="298"/>
            <ac:picMk id="7" creationId="{7895798D-59C9-8DBD-E082-9F52C81C1932}"/>
          </ac:picMkLst>
        </pc:picChg>
        <pc:picChg chg="add mod">
          <ac:chgData name="Alexey Malashonak" userId="52025583bffa8bdb" providerId="LiveId" clId="{30D764CA-C286-4141-9E86-BB2E6EAB1262}" dt="2026-06-08T14:35:13.918" v="430"/>
          <ac:picMkLst>
            <pc:docMk/>
            <pc:sldMk cId="145048705" sldId="298"/>
            <ac:picMk id="10" creationId="{7895798D-59C9-8DBD-E082-9F52C81C193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0ED5B-DC95-C144-90C3-B9C9F782D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DCB6BF9-CDFA-1F4D-9989-43B0D34BE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D3EFD4-1002-C14A-B447-1E7D184D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AAA0F2-65DB-D64C-BF63-E0D527F5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842287-9A42-FD4D-A73C-616C6DAD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11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21A940-1576-074F-9146-9CC26372A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B55309-4D5A-384E-92D9-13F92308D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54EC6E-EF6A-FF42-9E41-C87DEB27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0468EB-680E-A240-A430-A8F47B4B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F26E80-1F48-E942-8703-A781C4B0D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15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88DE7-AEEB-4D4D-9AB8-CAB94E9EF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90CB32-9870-B341-8CA1-DDB33A8AB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D10CF-AB6E-EC48-BFBF-7020CC642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80083B-4CF6-3E4D-AC40-44F40B14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276236-2A73-ED47-B09D-806F9ADB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11B0E6-A6FF-1A4F-BAC9-960E07398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ACDF13-3FF5-0946-A2AC-3A2700418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5B3338-8F78-784F-80DF-19A43BB9A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CFAEC2-5AD3-6B4B-9288-D9CD1AE90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F289D6-FC47-B746-86BA-DA3CEAB7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4DF95D-6528-1543-9DE1-02012767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56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B830C8-1189-1D4B-95FB-9A22EEB63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C13F1B-80DF-A24C-8937-552AC40AB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E30EDD-B923-CE44-B11D-3364CB221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745F96-FB30-3F45-9B04-68A0E7005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A16231-5174-A94F-9A84-EE48A445E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1190CE5-FBA6-F741-AA4A-0FA17F74B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7055910-7B4D-C841-BD8B-11A694CFC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E206C6-3251-914D-9C18-A2E45588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51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9C6E4-F42B-4042-BCE2-43B263DA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68EB76-8CB3-CA49-9A0C-BD2E5A71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F3550C-61C4-4448-9A0A-E3AC35B3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2F0D9D-F0E0-0D49-AF55-5D37692F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1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345394-2B79-7942-957A-037EA6AA8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00419C2-24AE-ED46-AABA-59795C1BC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72E1AF-EB5D-C14C-89CF-BB2E04D5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4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D5AEB2-7C8D-2144-BC19-59AFC20AC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2B430D-C9B9-EB4B-9C36-628D33D82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3C8092-E3A2-104A-8245-DCCB9EEB1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55952C-CD0A-1941-BB7A-E30CB036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3122AC-E228-6B46-A073-84290E91B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2005EC-3449-FA4C-B21C-B3B97F191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9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BA88B7-8BAD-6F40-94B6-8A6DCB92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250EC31-1005-094B-8A48-95A8324F5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63F86A-380E-FA44-A14A-5711D9C9E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75C5EC-9C35-BD43-B98D-05D47EF16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19BF8D-724C-AC47-BEBD-1A7EA623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68C12C-B1B5-FA48-87CC-95581093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58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567D80-E3FF-3D4D-9E89-4C382977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43760C2-52BB-7D41-910C-928881663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022048-062F-0047-A1A6-36FB2295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8B1B04-5C52-054F-8907-D641EA96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AB448A-A611-CC44-A6C3-CB16EEFC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0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310523F-CEFC-2E4C-9B96-38A18877A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EA91087-65F2-7F4B-AFDE-4EAA6E59B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1EEDD7-30AB-D746-BFB2-74313E47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04998-35F7-CD4D-ACDB-621DC46062D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375487-ACA7-E342-93BC-F66152B1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EB3303-F116-8143-A0B1-8A5D1B57D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98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6517AB-1036-0F48-89CC-2D71EF95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84404B-1599-CF42-BF20-9BFC2BBC6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4887"/>
            <a:ext cx="10515600" cy="4892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44DFB2-D2C7-C74F-94DB-3DEAF2F63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825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04998-35F7-CD4D-ACDB-621DC46062D1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82B2A8-D546-8E48-9618-9C1617ADD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627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1804E2-835D-4D4E-BC60-62E3C7559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5760" y="6356350"/>
            <a:ext cx="828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2F6C0-D2B1-6745-9134-5104491A2BB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224231-C6FE-5345-8717-518EE9E9663D}"/>
              </a:ext>
            </a:extLst>
          </p:cNvPr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498" y="440972"/>
            <a:ext cx="2088379" cy="56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3AAD0-4F22-964B-836B-9424F41DB0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Reducing Emotional Biases in Investment Portfolio Management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ACDBF74-10F9-7C4F-AE8C-9C492CBC5D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Thesis Defense Presentation</a:t>
            </a:r>
          </a:p>
          <a:p>
            <a:r>
              <a:rPr lang="en-US" dirty="0"/>
              <a:t>Executive Master of Business Administration – SBS Swiss Business School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AB1290F-CD9E-AA45-01C4-12B2F42319C5}"/>
              </a:ext>
            </a:extLst>
          </p:cNvPr>
          <p:cNvSpPr txBox="1"/>
          <p:nvPr/>
        </p:nvSpPr>
        <p:spPr>
          <a:xfrm>
            <a:off x="6990735" y="4958175"/>
            <a:ext cx="46113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Aliaksei Malashonak</a:t>
            </a:r>
          </a:p>
          <a:p>
            <a:r>
              <a:rPr lang="en-US" sz="2000" dirty="0"/>
              <a:t>Student ID 19795, Matriculation 24891798</a:t>
            </a:r>
          </a:p>
          <a:p>
            <a:r>
              <a:rPr lang="en-US" sz="2000" dirty="0"/>
              <a:t>Mentor: Dr. Stefano Canossa</a:t>
            </a:r>
          </a:p>
          <a:p>
            <a:r>
              <a:rPr lang="en-US" sz="2000" dirty="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087419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Topic and 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The study evaluates whether a structured decision-support indicator, the Shock Score, can reduce emotional biases in equity portfolio management.</a:t>
            </a:r>
          </a:p>
          <a:p>
            <a:r>
              <a:rPr lang="en-US" dirty="0"/>
              <a:t>Behavioral finance: there are systematic, emotionally driven decision errors during external information shocks.</a:t>
            </a:r>
          </a:p>
          <a:p>
            <a:r>
              <a:rPr lang="en-US" dirty="0"/>
              <a:t>Existing decision-support systems: analytics rather than ex-ante bias mitigation </a:t>
            </a:r>
          </a:p>
          <a:p>
            <a:r>
              <a:rPr lang="en-US" dirty="0"/>
              <a:t>The topic is grounded in professional risk-management practice, where this gap is persistently observed.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97E8-855F-AB5B-B030-657DB168F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Informational Shock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10EA77-63D4-3C98-DE04-4E2E842F4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859" y="1069975"/>
            <a:ext cx="8998695" cy="437517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5A1114-C15A-A114-C8DE-72820D9A1DC2}"/>
              </a:ext>
            </a:extLst>
          </p:cNvPr>
          <p:cNvSpPr txBox="1"/>
          <p:nvPr/>
        </p:nvSpPr>
        <p:spPr>
          <a:xfrm>
            <a:off x="857250" y="5619481"/>
            <a:ext cx="9205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Intraday Price Movement of Meta Platforms Inc. on 2 February 2026 Following the Release of Quarterly Earnings Results followed by announcement about Capex increase, Illustrating a Short-Horizon Market Reaction to an External Information Shock.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96332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Research Question and Hypotheses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Research question: can a structured decision-support indicator moderate behavioral bias in professional equity portfolio management?</a:t>
            </a:r>
          </a:p>
          <a:p>
            <a:r>
              <a:rPr lang="en-US" dirty="0"/>
              <a:t>H1: Shock Score intensity has a statistically significant effect on managers' Net Risk Stance.</a:t>
            </a:r>
          </a:p>
          <a:p>
            <a:r>
              <a:rPr lang="en-US" dirty="0"/>
              <a:t>H2: Exposure to the Shock Score dashboard has a statistically significant effect on portfolio risk – return outcomes.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Method and 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Within-subject quasi-experimental scenario survey of professional equity portfolio managers.</a:t>
            </a:r>
          </a:p>
          <a:p>
            <a:r>
              <a:rPr lang="en-US" dirty="0"/>
              <a:t>24 real-market scenarios across three blocks; the treatment condition displays the Shock Score dashboard.</a:t>
            </a:r>
          </a:p>
          <a:p>
            <a:r>
              <a:rPr lang="en-US" dirty="0"/>
              <a:t>Sample of 53 respondents yielding 424 scenario-level observations.</a:t>
            </a:r>
          </a:p>
          <a:p>
            <a:r>
              <a:rPr lang="en-US" dirty="0"/>
              <a:t>Primary estimator: two-way cluster-robust OLS regression with respondent fixed effects.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FB50-C52A-2F68-3EA9-17DC574D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Framework</a:t>
            </a:r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4D6F6B-2753-8922-FEF4-AB41DD0A4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4119" y="1433981"/>
            <a:ext cx="7486255" cy="5058894"/>
          </a:xfrm>
        </p:spPr>
      </p:pic>
    </p:spTree>
    <p:extLst>
      <p:ext uri="{BB962C8B-B14F-4D97-AF65-F5344CB8AC3E}">
        <p14:creationId xmlns:p14="http://schemas.microsoft.com/office/powerpoint/2010/main" val="2991031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Scenario and Shock Dashboard example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B514F8-B97E-94B9-136B-BFB4CAFC9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088" b="46808"/>
          <a:stretch/>
        </p:blipFill>
        <p:spPr>
          <a:xfrm>
            <a:off x="1383931" y="1508438"/>
            <a:ext cx="3983407" cy="4011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007F835B-730E-57B2-EC0A-3172FF98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806" r="1076" b="13557"/>
          <a:stretch/>
        </p:blipFill>
        <p:spPr>
          <a:xfrm>
            <a:off x="6824664" y="1508438"/>
            <a:ext cx="3940545" cy="2411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Finding 1: H1 Supported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The null hypothesis H1 is rejected at the 5 percent significance level.</a:t>
            </a:r>
          </a:p>
          <a:p>
            <a:r>
              <a:rPr lang="en-US" b="1" dirty="0"/>
              <a:t>Shock Score coefficient = -0.4874 (p = 0.0015), a statistically significant negative effect.</a:t>
            </a:r>
          </a:p>
          <a:p>
            <a:r>
              <a:rPr lang="en-US" dirty="0"/>
              <a:t>Higher shock intensity is systematically associated with a risk-reducing shift in Net Risk Stance.</a:t>
            </a:r>
          </a:p>
          <a:p>
            <a:r>
              <a:rPr lang="en-US" dirty="0"/>
              <a:t>The result is consistent with behavioral finance theory.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Finding 2: H2 Not Supported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The null hypothesis H2 is not rejected in the current sample.</a:t>
            </a:r>
          </a:p>
          <a:p>
            <a:r>
              <a:rPr lang="en-US" b="1" dirty="0"/>
              <a:t>Dashboard treatment effect = -0.1584 (p = 0.7428), not statistically significant.</a:t>
            </a:r>
          </a:p>
          <a:p>
            <a:r>
              <a:rPr lang="en-US" dirty="0"/>
              <a:t>The estimate is directionally consistent with the hypothesized moderation mechanism.</a:t>
            </a:r>
          </a:p>
          <a:p>
            <a:r>
              <a:rPr lang="en-US" dirty="0"/>
              <a:t>The non-significant result is attributed primarily to limited statistical power, not to an absence of effect.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Conclusions and 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External information shocks are associated with measurable, systematic changes in professional managers' risk stance.</a:t>
            </a:r>
          </a:p>
          <a:p>
            <a:r>
              <a:rPr lang="en-US" dirty="0"/>
              <a:t>The Shock Score demonstrates construct validity and directional alignment with the hypothesized mechanism.</a:t>
            </a:r>
          </a:p>
          <a:p>
            <a:r>
              <a:rPr lang="en-US" dirty="0"/>
              <a:t>Replication on a larger sample is recommended to evaluate H2 with adequate statistical power.</a:t>
            </a:r>
          </a:p>
          <a:p>
            <a:r>
              <a:rPr lang="en-US" dirty="0"/>
              <a:t>Behavioral indicators can support risk-governance frameworks and structured pre-commitment protocols.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Ethical Implications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Decision-support indicators should augment, not replace, professional judgment and accountability.</a:t>
            </a:r>
          </a:p>
          <a:p>
            <a:r>
              <a:rPr lang="en-US" dirty="0"/>
              <a:t>Over-reliance on a single composite score risks automation bias and a false sense of precision.</a:t>
            </a:r>
          </a:p>
          <a:p>
            <a:r>
              <a:rPr lang="en-US" dirty="0"/>
              <a:t>Transparency and interpretability of the indicator are prerequisites for responsible deployment.</a:t>
            </a:r>
          </a:p>
          <a:p>
            <a:r>
              <a:rPr lang="en-US" dirty="0"/>
              <a:t>Behavioral monitoring must respect the professional autonomy and discretion of portfolio managers.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Personal Lessons Learned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A rigorous, pre-specified design protects the credibility of findings more than any single result.</a:t>
            </a:r>
          </a:p>
          <a:p>
            <a:r>
              <a:rPr lang="en-US" dirty="0"/>
              <a:t>A non-significant result is a legitimate and informative scientific contribution.</a:t>
            </a:r>
          </a:p>
          <a:p>
            <a:r>
              <a:rPr lang="en-US" dirty="0"/>
              <a:t>Statistical power must be planned at the design stage, not diagnosed afterwards.</a:t>
            </a:r>
          </a:p>
          <a:p>
            <a:r>
              <a:rPr lang="en-US" dirty="0"/>
              <a:t>Translating behavioral theory into a practitioner tool requires disciplined simplification.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pPr marL="457200" indent="-457200">
              <a:buNone/>
            </a:pPr>
            <a:r>
              <a:rPr lang="en-US" dirty="0"/>
              <a:t>Yang, Y., UY, M. C. S., &amp; Huang, A. (2020). </a:t>
            </a:r>
            <a:r>
              <a:rPr lang="en-US" i="1" dirty="0"/>
              <a:t>FinBERT: A pretrained language model for financial communications</a:t>
            </a:r>
            <a:r>
              <a:rPr lang="en-US" dirty="0"/>
              <a:t> [Preprint]. arXiv. https://doi.org/10.48550/arXiv.2006.08097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EAC2A-5706-C65F-88DE-7DA69878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61800" cy="82359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5D3EC4-46A1-A411-92FC-D6D6575E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639"/>
            <a:ext cx="10515600" cy="4485323"/>
          </a:xfrm>
        </p:spPr>
        <p:txBody>
          <a:bodyPr/>
          <a:lstStyle/>
          <a:p>
            <a:r>
              <a:rPr lang="en-US" dirty="0"/>
              <a:t>Aliaksei Malashonak – Executive Master of Business Administration.</a:t>
            </a:r>
          </a:p>
          <a:p>
            <a:r>
              <a:rPr lang="en-US" dirty="0"/>
              <a:t>SBS Swiss Business School.</a:t>
            </a:r>
          </a:p>
          <a:p>
            <a:r>
              <a:rPr lang="en-US" dirty="0"/>
              <a:t>Questions and discussion are welcome.</a:t>
            </a:r>
          </a:p>
        </p:txBody>
      </p:sp>
    </p:spTree>
    <p:extLst>
      <p:ext uri="{BB962C8B-B14F-4D97-AF65-F5344CB8AC3E}">
        <p14:creationId xmlns:p14="http://schemas.microsoft.com/office/powerpoint/2010/main" val="3410717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02237-DAD9-E594-3E62-B1A9ABD4A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Appendix 1 – Normality of Key Responses and </a:t>
            </a:r>
            <a:br>
              <a:rPr lang="en-US" dirty="0"/>
            </a:br>
            <a:r>
              <a:rPr lang="en-US" dirty="0"/>
              <a:t>Method Justification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CB72D1-766D-26AB-7AEC-3BE012141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025" y="1309301"/>
            <a:ext cx="3813223" cy="2360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875994-5B4D-6920-B980-FD390EC8D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251" y="4198298"/>
            <a:ext cx="6169419" cy="25279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298BAB-5072-DD12-CE47-603325557C84}"/>
              </a:ext>
            </a:extLst>
          </p:cNvPr>
          <p:cNvSpPr txBox="1"/>
          <p:nvPr/>
        </p:nvSpPr>
        <p:spPr>
          <a:xfrm>
            <a:off x="9372600" y="1424609"/>
            <a:ext cx="25622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Net Risk Stance (NRS), n = 424. Skewness = −0.1846; excess kurtosis = −0.2561; Shapiro-Wilk W = 0.9455, p &lt; 0.0001. Approximately symmetric and unimodal; all seven categories materially populated.</a:t>
            </a:r>
            <a:endParaRPr lang="LID4096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347709-57F4-F9A8-4B6E-719EACD7653D}"/>
              </a:ext>
            </a:extLst>
          </p:cNvPr>
          <p:cNvSpPr txBox="1"/>
          <p:nvPr/>
        </p:nvSpPr>
        <p:spPr>
          <a:xfrm>
            <a:off x="9493869" y="3492941"/>
            <a:ext cx="26753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Primary H1 residuals, n = 424. Skewness = 0.0205; excess kurtosis = 0.5096; Shapiro-Wilk W = 0.9849, p = 0.0002. Approximately symmetric and </a:t>
            </a:r>
            <a:r>
              <a:rPr lang="en-US" sz="800" dirty="0" err="1"/>
              <a:t>centred</a:t>
            </a:r>
            <a:r>
              <a:rPr lang="en-US" sz="800" dirty="0"/>
              <a:t> on zero; Q-Q plot tracks the reference line with mild tail deviation.</a:t>
            </a:r>
            <a:endParaRPr lang="LID4096" sz="8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52525F8-591B-66AD-67B6-053DD8C68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888"/>
            <a:ext cx="4948238" cy="483869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Net Risk Stance is a seven-point ordinal scale -- cannot follow an exact normal distribution by construction</a:t>
            </a:r>
          </a:p>
          <a:p>
            <a:r>
              <a:rPr lang="en-US" dirty="0"/>
              <a:t>The response is approximately symmetric with all seven categories well populated, and skewness and excess kurtosis are low.</a:t>
            </a:r>
          </a:p>
          <a:p>
            <a:r>
              <a:rPr lang="en-US" dirty="0"/>
              <a:t>OLS requires approximately normal errors, not a normal dependent variable; the residuals are near-symmetric and close to normal (W = 0.9849), and with 424 observations the central limit theorem applies.</a:t>
            </a:r>
          </a:p>
          <a:p>
            <a:r>
              <a:rPr lang="en-US" dirty="0"/>
              <a:t>Shapiro-Wilk rejects strict normality for both series; at n = 424 the test detects trivial departures, so the high W values and small skewness and kurtosis are the more informative evidence. </a:t>
            </a:r>
            <a:r>
              <a:rPr lang="en-US" b="1" dirty="0"/>
              <a:t>The H1 conclusion does not depend on a normality assumption.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104700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3560-5D50-E845-AFB4-EB74F0894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34388" cy="823595"/>
          </a:xfrm>
        </p:spPr>
        <p:txBody>
          <a:bodyPr>
            <a:normAutofit fontScale="90000"/>
          </a:bodyPr>
          <a:lstStyle/>
          <a:p>
            <a:r>
              <a:rPr lang="en-US" dirty="0"/>
              <a:t>Appendix 2 – Does shock score predict return?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F5F893-43B3-F943-F44E-0365E1D40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7131" y="1284288"/>
            <a:ext cx="7877737" cy="4892675"/>
          </a:xfrm>
        </p:spPr>
      </p:pic>
    </p:spTree>
    <p:extLst>
      <p:ext uri="{BB962C8B-B14F-4D97-AF65-F5344CB8AC3E}">
        <p14:creationId xmlns:p14="http://schemas.microsoft.com/office/powerpoint/2010/main" val="204907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74B05-256B-C455-1B9C-2B6D09A2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3 – Shock Score decomposition.</a:t>
            </a:r>
            <a:endParaRPr lang="LID4096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895798D-59C9-8DBD-E082-9F52C81C1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734" y="1284288"/>
            <a:ext cx="8998531" cy="48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8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849</Words>
  <Application>Microsoft Office PowerPoint</Application>
  <PresentationFormat>Widescreen</PresentationFormat>
  <Paragraphs>65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</vt:lpstr>
      <vt:lpstr>Reducing Emotional Biases in Investment Portfolio Management</vt:lpstr>
      <vt:lpstr>Topic and Motivation</vt:lpstr>
      <vt:lpstr>Example: Informational Shock</vt:lpstr>
      <vt:lpstr>Research Question and Hypotheses</vt:lpstr>
      <vt:lpstr>Method and Design</vt:lpstr>
      <vt:lpstr>Research Framework</vt:lpstr>
      <vt:lpstr>Scenario and Shock Dashboard example</vt:lpstr>
      <vt:lpstr>Finding 1: H1 Supported</vt:lpstr>
      <vt:lpstr>Finding 2: H2 Not Supported</vt:lpstr>
      <vt:lpstr>Conclusions and Recommendations</vt:lpstr>
      <vt:lpstr>Ethical Implications</vt:lpstr>
      <vt:lpstr>Personal Lessons Learned</vt:lpstr>
      <vt:lpstr>References</vt:lpstr>
      <vt:lpstr>Thank You</vt:lpstr>
      <vt:lpstr>Appendix 1 – Normality of Key Responses and  Method Justification</vt:lpstr>
      <vt:lpstr>Appendix 2 – Does shock score predict return?</vt:lpstr>
      <vt:lpstr>Appendix 3 – Shock Score decomposition.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Dr. Günther Singer</dc:creator>
  <cp:lastModifiedBy>Alexey Malashonak</cp:lastModifiedBy>
  <cp:revision>23</cp:revision>
  <dcterms:created xsi:type="dcterms:W3CDTF">2021-09-23T13:50:55Z</dcterms:created>
  <dcterms:modified xsi:type="dcterms:W3CDTF">2026-06-09T14:20:12Z</dcterms:modified>
</cp:coreProperties>
</file>